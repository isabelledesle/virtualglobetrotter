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 id="2147483710" r:id="rId5"/>
    <p:sldMasterId id="2147483736" r:id="rId6"/>
  </p:sldMasterIdLst>
  <p:notesMasterIdLst>
    <p:notesMasterId r:id="rId22"/>
  </p:notesMasterIdLst>
  <p:handoutMasterIdLst>
    <p:handoutMasterId r:id="rId23"/>
  </p:handoutMasterIdLst>
  <p:sldIdLst>
    <p:sldId id="301" r:id="rId7"/>
    <p:sldId id="302" r:id="rId8"/>
    <p:sldId id="337" r:id="rId9"/>
    <p:sldId id="350" r:id="rId10"/>
    <p:sldId id="334" r:id="rId11"/>
    <p:sldId id="348" r:id="rId12"/>
    <p:sldId id="342" r:id="rId13"/>
    <p:sldId id="335" r:id="rId14"/>
    <p:sldId id="349" r:id="rId15"/>
    <p:sldId id="339" r:id="rId16"/>
    <p:sldId id="351" r:id="rId17"/>
    <p:sldId id="352" r:id="rId18"/>
    <p:sldId id="343" r:id="rId19"/>
    <p:sldId id="346" r:id="rId20"/>
    <p:sldId id="347" r:id="rId21"/>
  </p:sldIdLst>
  <p:sldSz cx="18288000" cy="10287000"/>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FFCC"/>
    <a:srgbClr val="FFFFFF"/>
    <a:srgbClr val="44C8F5"/>
    <a:srgbClr val="AFABAB"/>
    <a:srgbClr val="CA483E"/>
    <a:srgbClr val="4472C4"/>
    <a:srgbClr val="E3EA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1E61DC4-DEA5-4F74-9F12-50C458511A59}" v="9" dt="2024-11-07T15:15:07.727"/>
    <p1510:client id="{BBE60E07-D841-4AE0-9037-9C4FA1B76649}" v="69" dt="2024-11-06T17:12:13.291"/>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80387" autoAdjust="0"/>
  </p:normalViewPr>
  <p:slideViewPr>
    <p:cSldViewPr snapToGrid="0" showGuides="1">
      <p:cViewPr varScale="1">
        <p:scale>
          <a:sx n="47" d="100"/>
          <a:sy n="47" d="100"/>
        </p:scale>
        <p:origin x="888" y="75"/>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50" d="100"/>
        <a:sy n="50" d="100"/>
      </p:scale>
      <p:origin x="0" y="0"/>
    </p:cViewPr>
  </p:sorterViewPr>
  <p:notesViewPr>
    <p:cSldViewPr snapToGrid="0" showGuides="1">
      <p:cViewPr>
        <p:scale>
          <a:sx n="150" d="100"/>
          <a:sy n="150" d="100"/>
        </p:scale>
        <p:origin x="2454" y="336"/>
      </p:cViewPr>
      <p:guideLst/>
    </p:cSldViewPr>
  </p:notesViewPr>
  <p:gridSpacing cx="719999" cy="719999"/>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slé Isabelle" userId="5d5063ac-c52d-4be5-b342-97ecf962cf90" providerId="ADAL" clId="{51E61DC4-DEA5-4F74-9F12-50C458511A59}"/>
    <pc:docChg chg="undo custSel addSld delSld modSld">
      <pc:chgData name="Deslé Isabelle" userId="5d5063ac-c52d-4be5-b342-97ecf962cf90" providerId="ADAL" clId="{51E61DC4-DEA5-4F74-9F12-50C458511A59}" dt="2024-11-07T15:15:50.097" v="3183" actId="20577"/>
      <pc:docMkLst>
        <pc:docMk/>
      </pc:docMkLst>
      <pc:sldChg chg="modSp mod">
        <pc:chgData name="Deslé Isabelle" userId="5d5063ac-c52d-4be5-b342-97ecf962cf90" providerId="ADAL" clId="{51E61DC4-DEA5-4F74-9F12-50C458511A59}" dt="2024-11-07T15:04:20.094" v="3123" actId="1076"/>
        <pc:sldMkLst>
          <pc:docMk/>
          <pc:sldMk cId="1123400140" sldId="301"/>
        </pc:sldMkLst>
        <pc:spChg chg="mod">
          <ac:chgData name="Deslé Isabelle" userId="5d5063ac-c52d-4be5-b342-97ecf962cf90" providerId="ADAL" clId="{51E61DC4-DEA5-4F74-9F12-50C458511A59}" dt="2024-11-07T14:38:07.936" v="2103" actId="1076"/>
          <ac:spMkLst>
            <pc:docMk/>
            <pc:sldMk cId="1123400140" sldId="301"/>
            <ac:spMk id="2" creationId="{165F7DFF-D181-42D4-181D-90FE2B42896D}"/>
          </ac:spMkLst>
        </pc:spChg>
        <pc:spChg chg="mod">
          <ac:chgData name="Deslé Isabelle" userId="5d5063ac-c52d-4be5-b342-97ecf962cf90" providerId="ADAL" clId="{51E61DC4-DEA5-4F74-9F12-50C458511A59}" dt="2024-11-07T15:04:20.094" v="3123" actId="1076"/>
          <ac:spMkLst>
            <pc:docMk/>
            <pc:sldMk cId="1123400140" sldId="301"/>
            <ac:spMk id="3" creationId="{DA6F397F-E896-1BE7-100B-E940321490F1}"/>
          </ac:spMkLst>
        </pc:spChg>
      </pc:sldChg>
      <pc:sldChg chg="modSp mod">
        <pc:chgData name="Deslé Isabelle" userId="5d5063ac-c52d-4be5-b342-97ecf962cf90" providerId="ADAL" clId="{51E61DC4-DEA5-4F74-9F12-50C458511A59}" dt="2024-11-07T13:44:54.719" v="1642" actId="5793"/>
        <pc:sldMkLst>
          <pc:docMk/>
          <pc:sldMk cId="3899062650" sldId="302"/>
        </pc:sldMkLst>
        <pc:spChg chg="mod">
          <ac:chgData name="Deslé Isabelle" userId="5d5063ac-c52d-4be5-b342-97ecf962cf90" providerId="ADAL" clId="{51E61DC4-DEA5-4F74-9F12-50C458511A59}" dt="2024-11-07T13:44:54.719" v="1642" actId="5793"/>
          <ac:spMkLst>
            <pc:docMk/>
            <pc:sldMk cId="3899062650" sldId="302"/>
            <ac:spMk id="3" creationId="{D9B96136-46A2-10E3-3E3D-CA5E42D3EA30}"/>
          </ac:spMkLst>
        </pc:spChg>
      </pc:sldChg>
      <pc:sldChg chg="addSp modSp mod">
        <pc:chgData name="Deslé Isabelle" userId="5d5063ac-c52d-4be5-b342-97ecf962cf90" providerId="ADAL" clId="{51E61DC4-DEA5-4F74-9F12-50C458511A59}" dt="2024-11-07T15:06:10.108" v="3140" actId="20577"/>
        <pc:sldMkLst>
          <pc:docMk/>
          <pc:sldMk cId="1591845569" sldId="334"/>
        </pc:sldMkLst>
        <pc:spChg chg="mod">
          <ac:chgData name="Deslé Isabelle" userId="5d5063ac-c52d-4be5-b342-97ecf962cf90" providerId="ADAL" clId="{51E61DC4-DEA5-4F74-9F12-50C458511A59}" dt="2024-11-07T15:06:10.108" v="3140" actId="20577"/>
          <ac:spMkLst>
            <pc:docMk/>
            <pc:sldMk cId="1591845569" sldId="334"/>
            <ac:spMk id="2" creationId="{69A9A6AC-34CF-34F6-DC2C-52EBD80E5872}"/>
          </ac:spMkLst>
        </pc:spChg>
        <pc:picChg chg="add mod modCrop">
          <ac:chgData name="Deslé Isabelle" userId="5d5063ac-c52d-4be5-b342-97ecf962cf90" providerId="ADAL" clId="{51E61DC4-DEA5-4F74-9F12-50C458511A59}" dt="2024-11-07T15:05:33.450" v="3130" actId="1076"/>
          <ac:picMkLst>
            <pc:docMk/>
            <pc:sldMk cId="1591845569" sldId="334"/>
            <ac:picMk id="7" creationId="{C74CC7B6-9908-A4A6-C4D7-A40E2C1A3F00}"/>
          </ac:picMkLst>
        </pc:picChg>
      </pc:sldChg>
      <pc:sldChg chg="addSp modSp mod">
        <pc:chgData name="Deslé Isabelle" userId="5d5063ac-c52d-4be5-b342-97ecf962cf90" providerId="ADAL" clId="{51E61DC4-DEA5-4F74-9F12-50C458511A59}" dt="2024-11-07T15:03:41.518" v="3122" actId="20577"/>
        <pc:sldMkLst>
          <pc:docMk/>
          <pc:sldMk cId="1310810505" sldId="335"/>
        </pc:sldMkLst>
        <pc:spChg chg="mod">
          <ac:chgData name="Deslé Isabelle" userId="5d5063ac-c52d-4be5-b342-97ecf962cf90" providerId="ADAL" clId="{51E61DC4-DEA5-4F74-9F12-50C458511A59}" dt="2024-11-07T14:56:13.877" v="2614" actId="27636"/>
          <ac:spMkLst>
            <pc:docMk/>
            <pc:sldMk cId="1310810505" sldId="335"/>
            <ac:spMk id="2" creationId="{CE5D9450-2ED3-8801-1166-89B22FDB21E6}"/>
          </ac:spMkLst>
        </pc:spChg>
        <pc:spChg chg="mod">
          <ac:chgData name="Deslé Isabelle" userId="5d5063ac-c52d-4be5-b342-97ecf962cf90" providerId="ADAL" clId="{51E61DC4-DEA5-4F74-9F12-50C458511A59}" dt="2024-11-07T15:03:41.518" v="3122" actId="20577"/>
          <ac:spMkLst>
            <pc:docMk/>
            <pc:sldMk cId="1310810505" sldId="335"/>
            <ac:spMk id="4" creationId="{2219F869-1906-8D9C-BEBD-0C6FAEC2CA50}"/>
          </ac:spMkLst>
        </pc:spChg>
        <pc:picChg chg="add mod">
          <ac:chgData name="Deslé Isabelle" userId="5d5063ac-c52d-4be5-b342-97ecf962cf90" providerId="ADAL" clId="{51E61DC4-DEA5-4F74-9F12-50C458511A59}" dt="2024-11-07T14:56:02.331" v="2611" actId="14100"/>
          <ac:picMkLst>
            <pc:docMk/>
            <pc:sldMk cId="1310810505" sldId="335"/>
            <ac:picMk id="7" creationId="{81723580-60CB-5074-7765-0E8098461838}"/>
          </ac:picMkLst>
        </pc:picChg>
      </pc:sldChg>
      <pc:sldChg chg="addSp delSp modSp mod modClrScheme chgLayout">
        <pc:chgData name="Deslé Isabelle" userId="5d5063ac-c52d-4be5-b342-97ecf962cf90" providerId="ADAL" clId="{51E61DC4-DEA5-4F74-9F12-50C458511A59}" dt="2024-11-07T15:02:09.930" v="3068" actId="20577"/>
        <pc:sldMkLst>
          <pc:docMk/>
          <pc:sldMk cId="1429863261" sldId="339"/>
        </pc:sldMkLst>
        <pc:spChg chg="add del mod">
          <ac:chgData name="Deslé Isabelle" userId="5d5063ac-c52d-4be5-b342-97ecf962cf90" providerId="ADAL" clId="{51E61DC4-DEA5-4F74-9F12-50C458511A59}" dt="2024-11-07T15:00:06.256" v="2888" actId="20577"/>
          <ac:spMkLst>
            <pc:docMk/>
            <pc:sldMk cId="1429863261" sldId="339"/>
            <ac:spMk id="2" creationId="{7A02F548-98C1-9AED-A07F-505B13C5AA94}"/>
          </ac:spMkLst>
        </pc:spChg>
        <pc:spChg chg="mod">
          <ac:chgData name="Deslé Isabelle" userId="5d5063ac-c52d-4be5-b342-97ecf962cf90" providerId="ADAL" clId="{51E61DC4-DEA5-4F74-9F12-50C458511A59}" dt="2024-11-07T13:37:13.785" v="679" actId="26606"/>
          <ac:spMkLst>
            <pc:docMk/>
            <pc:sldMk cId="1429863261" sldId="339"/>
            <ac:spMk id="3" creationId="{691D9328-45FA-B100-01F5-E9A959DD3EF9}"/>
          </ac:spMkLst>
        </pc:spChg>
        <pc:spChg chg="mod">
          <ac:chgData name="Deslé Isabelle" userId="5d5063ac-c52d-4be5-b342-97ecf962cf90" providerId="ADAL" clId="{51E61DC4-DEA5-4F74-9F12-50C458511A59}" dt="2024-11-07T15:02:09.930" v="3068" actId="20577"/>
          <ac:spMkLst>
            <pc:docMk/>
            <pc:sldMk cId="1429863261" sldId="339"/>
            <ac:spMk id="4" creationId="{88E840FC-A6D3-BB96-1E04-1D5261407EF1}"/>
          </ac:spMkLst>
        </pc:spChg>
        <pc:spChg chg="mod">
          <ac:chgData name="Deslé Isabelle" userId="5d5063ac-c52d-4be5-b342-97ecf962cf90" providerId="ADAL" clId="{51E61DC4-DEA5-4F74-9F12-50C458511A59}" dt="2024-11-07T13:37:13.785" v="679" actId="26606"/>
          <ac:spMkLst>
            <pc:docMk/>
            <pc:sldMk cId="1429863261" sldId="339"/>
            <ac:spMk id="5" creationId="{2543660B-4F4B-B800-3466-38B38D909BA5}"/>
          </ac:spMkLst>
        </pc:spChg>
        <pc:spChg chg="mod">
          <ac:chgData name="Deslé Isabelle" userId="5d5063ac-c52d-4be5-b342-97ecf962cf90" providerId="ADAL" clId="{51E61DC4-DEA5-4F74-9F12-50C458511A59}" dt="2024-11-07T13:37:13.785" v="679" actId="26606"/>
          <ac:spMkLst>
            <pc:docMk/>
            <pc:sldMk cId="1429863261" sldId="339"/>
            <ac:spMk id="6" creationId="{0A69893E-1264-A110-B4E1-672A8295BECE}"/>
          </ac:spMkLst>
        </pc:spChg>
        <pc:spChg chg="add del mod">
          <ac:chgData name="Deslé Isabelle" userId="5d5063ac-c52d-4be5-b342-97ecf962cf90" providerId="ADAL" clId="{51E61DC4-DEA5-4F74-9F12-50C458511A59}" dt="2024-11-07T13:37:13.785" v="679" actId="26606"/>
          <ac:spMkLst>
            <pc:docMk/>
            <pc:sldMk cId="1429863261" sldId="339"/>
            <ac:spMk id="13" creationId="{FCB10935-8D72-C2F9-3A5E-1DD4DBE158CE}"/>
          </ac:spMkLst>
        </pc:spChg>
        <pc:spChg chg="add del mod">
          <ac:chgData name="Deslé Isabelle" userId="5d5063ac-c52d-4be5-b342-97ecf962cf90" providerId="ADAL" clId="{51E61DC4-DEA5-4F74-9F12-50C458511A59}" dt="2024-11-07T13:37:13.785" v="679" actId="26606"/>
          <ac:spMkLst>
            <pc:docMk/>
            <pc:sldMk cId="1429863261" sldId="339"/>
            <ac:spMk id="15" creationId="{05125C2E-CF98-B2C1-9681-6F496B268718}"/>
          </ac:spMkLst>
        </pc:spChg>
        <pc:picChg chg="mod ord">
          <ac:chgData name="Deslé Isabelle" userId="5d5063ac-c52d-4be5-b342-97ecf962cf90" providerId="ADAL" clId="{51E61DC4-DEA5-4F74-9F12-50C458511A59}" dt="2024-11-07T14:36:13.993" v="2028" actId="1038"/>
          <ac:picMkLst>
            <pc:docMk/>
            <pc:sldMk cId="1429863261" sldId="339"/>
            <ac:picMk id="7" creationId="{3CF45B91-5BDA-CC67-2CEE-E1A07A51CC42}"/>
          </ac:picMkLst>
        </pc:picChg>
        <pc:picChg chg="del mod ord">
          <ac:chgData name="Deslé Isabelle" userId="5d5063ac-c52d-4be5-b342-97ecf962cf90" providerId="ADAL" clId="{51E61DC4-DEA5-4F74-9F12-50C458511A59}" dt="2024-11-07T13:48:15.997" v="1643" actId="478"/>
          <ac:picMkLst>
            <pc:docMk/>
            <pc:sldMk cId="1429863261" sldId="339"/>
            <ac:picMk id="8" creationId="{DF7F0AA2-4954-3786-3D78-FAD710F3B1B2}"/>
          </ac:picMkLst>
        </pc:picChg>
        <pc:picChg chg="add mod">
          <ac:chgData name="Deslé Isabelle" userId="5d5063ac-c52d-4be5-b342-97ecf962cf90" providerId="ADAL" clId="{51E61DC4-DEA5-4F74-9F12-50C458511A59}" dt="2024-11-07T14:58:54.933" v="2755" actId="1076"/>
          <ac:picMkLst>
            <pc:docMk/>
            <pc:sldMk cId="1429863261" sldId="339"/>
            <ac:picMk id="10" creationId="{80383388-53FA-B694-7CE6-3CC1CD38E40A}"/>
          </ac:picMkLst>
        </pc:picChg>
      </pc:sldChg>
      <pc:sldChg chg="modSp del mod">
        <pc:chgData name="Deslé Isabelle" userId="5d5063ac-c52d-4be5-b342-97ecf962cf90" providerId="ADAL" clId="{51E61DC4-DEA5-4F74-9F12-50C458511A59}" dt="2024-11-07T15:15:18.559" v="3155" actId="47"/>
        <pc:sldMkLst>
          <pc:docMk/>
          <pc:sldMk cId="2230606084" sldId="341"/>
        </pc:sldMkLst>
        <pc:spChg chg="mod">
          <ac:chgData name="Deslé Isabelle" userId="5d5063ac-c52d-4be5-b342-97ecf962cf90" providerId="ADAL" clId="{51E61DC4-DEA5-4F74-9F12-50C458511A59}" dt="2024-11-07T15:02:25.603" v="3081" actId="6549"/>
          <ac:spMkLst>
            <pc:docMk/>
            <pc:sldMk cId="2230606084" sldId="341"/>
            <ac:spMk id="4" creationId="{6B63EF4E-A646-1E57-AF86-26DACA43721B}"/>
          </ac:spMkLst>
        </pc:spChg>
      </pc:sldChg>
      <pc:sldChg chg="addSp delSp modSp mod modClrScheme chgLayout">
        <pc:chgData name="Deslé Isabelle" userId="5d5063ac-c52d-4be5-b342-97ecf962cf90" providerId="ADAL" clId="{51E61DC4-DEA5-4F74-9F12-50C458511A59}" dt="2024-11-07T15:06:40.797" v="3144" actId="1076"/>
        <pc:sldMkLst>
          <pc:docMk/>
          <pc:sldMk cId="3881297797" sldId="342"/>
        </pc:sldMkLst>
        <pc:spChg chg="del mod">
          <ac:chgData name="Deslé Isabelle" userId="5d5063ac-c52d-4be5-b342-97ecf962cf90" providerId="ADAL" clId="{51E61DC4-DEA5-4F74-9F12-50C458511A59}" dt="2024-11-07T13:36:25.326" v="671" actId="26606"/>
          <ac:spMkLst>
            <pc:docMk/>
            <pc:sldMk cId="3881297797" sldId="342"/>
            <ac:spMk id="2" creationId="{A7163D0A-8E68-1F55-BC9C-E06012637FC2}"/>
          </ac:spMkLst>
        </pc:spChg>
        <pc:spChg chg="mod ord">
          <ac:chgData name="Deslé Isabelle" userId="5d5063ac-c52d-4be5-b342-97ecf962cf90" providerId="ADAL" clId="{51E61DC4-DEA5-4F74-9F12-50C458511A59}" dt="2024-11-07T13:36:25.326" v="671" actId="26606"/>
          <ac:spMkLst>
            <pc:docMk/>
            <pc:sldMk cId="3881297797" sldId="342"/>
            <ac:spMk id="3" creationId="{DD6F1887-C342-9BED-7C11-24847A4B7DF7}"/>
          </ac:spMkLst>
        </pc:spChg>
        <pc:spChg chg="mod">
          <ac:chgData name="Deslé Isabelle" userId="5d5063ac-c52d-4be5-b342-97ecf962cf90" providerId="ADAL" clId="{51E61DC4-DEA5-4F74-9F12-50C458511A59}" dt="2024-11-07T13:43:42.440" v="1629" actId="255"/>
          <ac:spMkLst>
            <pc:docMk/>
            <pc:sldMk cId="3881297797" sldId="342"/>
            <ac:spMk id="4" creationId="{340D95ED-4063-FD34-D1B6-E8F012F1DBDD}"/>
          </ac:spMkLst>
        </pc:spChg>
        <pc:spChg chg="mod">
          <ac:chgData name="Deslé Isabelle" userId="5d5063ac-c52d-4be5-b342-97ecf962cf90" providerId="ADAL" clId="{51E61DC4-DEA5-4F74-9F12-50C458511A59}" dt="2024-11-07T13:36:25.326" v="671" actId="26606"/>
          <ac:spMkLst>
            <pc:docMk/>
            <pc:sldMk cId="3881297797" sldId="342"/>
            <ac:spMk id="5" creationId="{011A2BF6-4B78-F5AB-17A6-ED857BC68F8C}"/>
          </ac:spMkLst>
        </pc:spChg>
        <pc:spChg chg="mod">
          <ac:chgData name="Deslé Isabelle" userId="5d5063ac-c52d-4be5-b342-97ecf962cf90" providerId="ADAL" clId="{51E61DC4-DEA5-4F74-9F12-50C458511A59}" dt="2024-11-07T13:36:25.326" v="671" actId="26606"/>
          <ac:spMkLst>
            <pc:docMk/>
            <pc:sldMk cId="3881297797" sldId="342"/>
            <ac:spMk id="6" creationId="{C5B17DDF-044A-8B5D-DDD1-25BC89D5278F}"/>
          </ac:spMkLst>
        </pc:spChg>
        <pc:picChg chg="del">
          <ac:chgData name="Deslé Isabelle" userId="5d5063ac-c52d-4be5-b342-97ecf962cf90" providerId="ADAL" clId="{51E61DC4-DEA5-4F74-9F12-50C458511A59}" dt="2024-11-07T13:35:55.045" v="664" actId="478"/>
          <ac:picMkLst>
            <pc:docMk/>
            <pc:sldMk cId="3881297797" sldId="342"/>
            <ac:picMk id="8" creationId="{B82A413C-65DD-A712-90B3-BDF1792E9760}"/>
          </ac:picMkLst>
        </pc:picChg>
        <pc:picChg chg="add mod modCrop">
          <ac:chgData name="Deslé Isabelle" userId="5d5063ac-c52d-4be5-b342-97ecf962cf90" providerId="ADAL" clId="{51E61DC4-DEA5-4F74-9F12-50C458511A59}" dt="2024-11-07T15:06:40.797" v="3144" actId="1076"/>
          <ac:picMkLst>
            <pc:docMk/>
            <pc:sldMk cId="3881297797" sldId="342"/>
            <ac:picMk id="9" creationId="{080F1A6F-ACE0-C8C0-3312-6C8FB84D7DE2}"/>
          </ac:picMkLst>
        </pc:picChg>
      </pc:sldChg>
      <pc:sldChg chg="modSp mod">
        <pc:chgData name="Deslé Isabelle" userId="5d5063ac-c52d-4be5-b342-97ecf962cf90" providerId="ADAL" clId="{51E61DC4-DEA5-4F74-9F12-50C458511A59}" dt="2024-11-07T15:15:50.097" v="3183" actId="20577"/>
        <pc:sldMkLst>
          <pc:docMk/>
          <pc:sldMk cId="2023299793" sldId="343"/>
        </pc:sldMkLst>
        <pc:spChg chg="mod">
          <ac:chgData name="Deslé Isabelle" userId="5d5063ac-c52d-4be5-b342-97ecf962cf90" providerId="ADAL" clId="{51E61DC4-DEA5-4F74-9F12-50C458511A59}" dt="2024-11-07T15:01:01.272" v="2936" actId="20577"/>
          <ac:spMkLst>
            <pc:docMk/>
            <pc:sldMk cId="2023299793" sldId="343"/>
            <ac:spMk id="2" creationId="{A3582074-F0D4-D736-24A6-F732C8F4EE4C}"/>
          </ac:spMkLst>
        </pc:spChg>
        <pc:spChg chg="mod">
          <ac:chgData name="Deslé Isabelle" userId="5d5063ac-c52d-4be5-b342-97ecf962cf90" providerId="ADAL" clId="{51E61DC4-DEA5-4F74-9F12-50C458511A59}" dt="2024-11-07T15:15:50.097" v="3183" actId="20577"/>
          <ac:spMkLst>
            <pc:docMk/>
            <pc:sldMk cId="2023299793" sldId="343"/>
            <ac:spMk id="4" creationId="{4C694208-8030-BD4A-90B5-19E8546E92EC}"/>
          </ac:spMkLst>
        </pc:spChg>
      </pc:sldChg>
      <pc:sldChg chg="delSp del mod">
        <pc:chgData name="Deslé Isabelle" userId="5d5063ac-c52d-4be5-b342-97ecf962cf90" providerId="ADAL" clId="{51E61DC4-DEA5-4F74-9F12-50C458511A59}" dt="2024-11-07T14:55:49.568" v="2607" actId="47"/>
        <pc:sldMkLst>
          <pc:docMk/>
          <pc:sldMk cId="3396003253" sldId="344"/>
        </pc:sldMkLst>
        <pc:picChg chg="del">
          <ac:chgData name="Deslé Isabelle" userId="5d5063ac-c52d-4be5-b342-97ecf962cf90" providerId="ADAL" clId="{51E61DC4-DEA5-4F74-9F12-50C458511A59}" dt="2024-11-07T14:55:43.189" v="2605" actId="21"/>
          <ac:picMkLst>
            <pc:docMk/>
            <pc:sldMk cId="3396003253" sldId="344"/>
            <ac:picMk id="7" creationId="{81723580-60CB-5074-7765-0E8098461838}"/>
          </ac:picMkLst>
        </pc:picChg>
      </pc:sldChg>
      <pc:sldChg chg="modSp del mod">
        <pc:chgData name="Deslé Isabelle" userId="5d5063ac-c52d-4be5-b342-97ecf962cf90" providerId="ADAL" clId="{51E61DC4-DEA5-4F74-9F12-50C458511A59}" dt="2024-11-07T15:15:44.522" v="3182" actId="47"/>
        <pc:sldMkLst>
          <pc:docMk/>
          <pc:sldMk cId="2763719336" sldId="345"/>
        </pc:sldMkLst>
        <pc:spChg chg="mod">
          <ac:chgData name="Deslé Isabelle" userId="5d5063ac-c52d-4be5-b342-97ecf962cf90" providerId="ADAL" clId="{51E61DC4-DEA5-4F74-9F12-50C458511A59}" dt="2024-11-07T15:01:28.121" v="2987" actId="20577"/>
          <ac:spMkLst>
            <pc:docMk/>
            <pc:sldMk cId="2763719336" sldId="345"/>
            <ac:spMk id="4" creationId="{6F339DB6-756D-FE81-5E82-B025B8E1845A}"/>
          </ac:spMkLst>
        </pc:spChg>
      </pc:sldChg>
      <pc:sldChg chg="addSp modSp mod">
        <pc:chgData name="Deslé Isabelle" userId="5d5063ac-c52d-4be5-b342-97ecf962cf90" providerId="ADAL" clId="{51E61DC4-DEA5-4F74-9F12-50C458511A59}" dt="2024-11-07T14:18:53.510" v="1995" actId="1076"/>
        <pc:sldMkLst>
          <pc:docMk/>
          <pc:sldMk cId="1997751930" sldId="346"/>
        </pc:sldMkLst>
        <pc:spChg chg="mod">
          <ac:chgData name="Deslé Isabelle" userId="5d5063ac-c52d-4be5-b342-97ecf962cf90" providerId="ADAL" clId="{51E61DC4-DEA5-4F74-9F12-50C458511A59}" dt="2024-11-07T14:17:23.993" v="1971" actId="20577"/>
          <ac:spMkLst>
            <pc:docMk/>
            <pc:sldMk cId="1997751930" sldId="346"/>
            <ac:spMk id="2" creationId="{D3820B03-7C24-D27D-5AE3-8373FC32AAF1}"/>
          </ac:spMkLst>
        </pc:spChg>
        <pc:picChg chg="add mod">
          <ac:chgData name="Deslé Isabelle" userId="5d5063ac-c52d-4be5-b342-97ecf962cf90" providerId="ADAL" clId="{51E61DC4-DEA5-4F74-9F12-50C458511A59}" dt="2024-11-07T14:18:53.510" v="1995" actId="1076"/>
          <ac:picMkLst>
            <pc:docMk/>
            <pc:sldMk cId="1997751930" sldId="346"/>
            <ac:picMk id="7" creationId="{CD831C21-F16F-8873-5B29-678E0DD06AF4}"/>
          </ac:picMkLst>
        </pc:picChg>
      </pc:sldChg>
      <pc:sldChg chg="addSp modSp mod modClrScheme chgLayout">
        <pc:chgData name="Deslé Isabelle" userId="5d5063ac-c52d-4be5-b342-97ecf962cf90" providerId="ADAL" clId="{51E61DC4-DEA5-4F74-9F12-50C458511A59}" dt="2024-11-07T14:19:44.414" v="1998" actId="1076"/>
        <pc:sldMkLst>
          <pc:docMk/>
          <pc:sldMk cId="539234282" sldId="347"/>
        </pc:sldMkLst>
        <pc:spChg chg="mod">
          <ac:chgData name="Deslé Isabelle" userId="5d5063ac-c52d-4be5-b342-97ecf962cf90" providerId="ADAL" clId="{51E61DC4-DEA5-4F74-9F12-50C458511A59}" dt="2024-11-07T14:18:13.710" v="1987" actId="26606"/>
          <ac:spMkLst>
            <pc:docMk/>
            <pc:sldMk cId="539234282" sldId="347"/>
            <ac:spMk id="2" creationId="{94F62987-5B4D-84C4-83CD-A6D5BA695A70}"/>
          </ac:spMkLst>
        </pc:spChg>
        <pc:spChg chg="mod">
          <ac:chgData name="Deslé Isabelle" userId="5d5063ac-c52d-4be5-b342-97ecf962cf90" providerId="ADAL" clId="{51E61DC4-DEA5-4F74-9F12-50C458511A59}" dt="2024-11-07T14:18:13.710" v="1987" actId="26606"/>
          <ac:spMkLst>
            <pc:docMk/>
            <pc:sldMk cId="539234282" sldId="347"/>
            <ac:spMk id="3" creationId="{224893F1-68D6-0A38-D8F5-A7FD8AF314F4}"/>
          </ac:spMkLst>
        </pc:spChg>
        <pc:spChg chg="mod">
          <ac:chgData name="Deslé Isabelle" userId="5d5063ac-c52d-4be5-b342-97ecf962cf90" providerId="ADAL" clId="{51E61DC4-DEA5-4F74-9F12-50C458511A59}" dt="2024-11-07T14:18:13.710" v="1987" actId="26606"/>
          <ac:spMkLst>
            <pc:docMk/>
            <pc:sldMk cId="539234282" sldId="347"/>
            <ac:spMk id="4" creationId="{7FCBB985-1A32-18E0-C9B5-75C5C1DB05D0}"/>
          </ac:spMkLst>
        </pc:spChg>
        <pc:spChg chg="mod">
          <ac:chgData name="Deslé Isabelle" userId="5d5063ac-c52d-4be5-b342-97ecf962cf90" providerId="ADAL" clId="{51E61DC4-DEA5-4F74-9F12-50C458511A59}" dt="2024-11-07T14:18:13.710" v="1987" actId="26606"/>
          <ac:spMkLst>
            <pc:docMk/>
            <pc:sldMk cId="539234282" sldId="347"/>
            <ac:spMk id="5" creationId="{A6103DC5-37F5-924B-70A4-C86084765C0B}"/>
          </ac:spMkLst>
        </pc:spChg>
        <pc:spChg chg="mod">
          <ac:chgData name="Deslé Isabelle" userId="5d5063ac-c52d-4be5-b342-97ecf962cf90" providerId="ADAL" clId="{51E61DC4-DEA5-4F74-9F12-50C458511A59}" dt="2024-11-07T14:18:13.710" v="1987" actId="26606"/>
          <ac:spMkLst>
            <pc:docMk/>
            <pc:sldMk cId="539234282" sldId="347"/>
            <ac:spMk id="6" creationId="{5C02C0B7-1863-CC5C-8D64-F31F5723438B}"/>
          </ac:spMkLst>
        </pc:spChg>
        <pc:picChg chg="add mod ord">
          <ac:chgData name="Deslé Isabelle" userId="5d5063ac-c52d-4be5-b342-97ecf962cf90" providerId="ADAL" clId="{51E61DC4-DEA5-4F74-9F12-50C458511A59}" dt="2024-11-07T14:19:44.414" v="1998" actId="1076"/>
          <ac:picMkLst>
            <pc:docMk/>
            <pc:sldMk cId="539234282" sldId="347"/>
            <ac:picMk id="7" creationId="{AB9C155F-2313-08CC-DF74-5DB2AB24D8CC}"/>
          </ac:picMkLst>
        </pc:picChg>
      </pc:sldChg>
      <pc:sldChg chg="modSp mod">
        <pc:chgData name="Deslé Isabelle" userId="5d5063ac-c52d-4be5-b342-97ecf962cf90" providerId="ADAL" clId="{51E61DC4-DEA5-4F74-9F12-50C458511A59}" dt="2024-11-07T15:06:35.713" v="3143" actId="14100"/>
        <pc:sldMkLst>
          <pc:docMk/>
          <pc:sldMk cId="1459072949" sldId="348"/>
        </pc:sldMkLst>
        <pc:picChg chg="mod">
          <ac:chgData name="Deslé Isabelle" userId="5d5063ac-c52d-4be5-b342-97ecf962cf90" providerId="ADAL" clId="{51E61DC4-DEA5-4F74-9F12-50C458511A59}" dt="2024-11-07T15:06:35.713" v="3143" actId="14100"/>
          <ac:picMkLst>
            <pc:docMk/>
            <pc:sldMk cId="1459072949" sldId="348"/>
            <ac:picMk id="13" creationId="{4CE7D9E2-F6D5-BA1F-BC36-4D66B7D8E320}"/>
          </ac:picMkLst>
        </pc:picChg>
      </pc:sldChg>
      <pc:sldChg chg="addSp delSp modSp add mod">
        <pc:chgData name="Deslé Isabelle" userId="5d5063ac-c52d-4be5-b342-97ecf962cf90" providerId="ADAL" clId="{51E61DC4-DEA5-4F74-9F12-50C458511A59}" dt="2024-11-07T14:56:18.811" v="2615" actId="1076"/>
        <pc:sldMkLst>
          <pc:docMk/>
          <pc:sldMk cId="3931473107" sldId="349"/>
        </pc:sldMkLst>
        <pc:spChg chg="del mod">
          <ac:chgData name="Deslé Isabelle" userId="5d5063ac-c52d-4be5-b342-97ecf962cf90" providerId="ADAL" clId="{51E61DC4-DEA5-4F74-9F12-50C458511A59}" dt="2024-11-07T14:54:46.822" v="2596" actId="478"/>
          <ac:spMkLst>
            <pc:docMk/>
            <pc:sldMk cId="3931473107" sldId="349"/>
            <ac:spMk id="2" creationId="{2A5743EF-63C4-51C8-DFEC-038284BFA576}"/>
          </ac:spMkLst>
        </pc:spChg>
        <pc:spChg chg="mod">
          <ac:chgData name="Deslé Isabelle" userId="5d5063ac-c52d-4be5-b342-97ecf962cf90" providerId="ADAL" clId="{51E61DC4-DEA5-4F74-9F12-50C458511A59}" dt="2024-11-07T14:54:30.641" v="2593" actId="20577"/>
          <ac:spMkLst>
            <pc:docMk/>
            <pc:sldMk cId="3931473107" sldId="349"/>
            <ac:spMk id="4" creationId="{1F1790EA-F993-A9CF-2D59-749FC2CC34FF}"/>
          </ac:spMkLst>
        </pc:spChg>
        <pc:spChg chg="add mod">
          <ac:chgData name="Deslé Isabelle" userId="5d5063ac-c52d-4be5-b342-97ecf962cf90" providerId="ADAL" clId="{51E61DC4-DEA5-4F74-9F12-50C458511A59}" dt="2024-11-07T14:54:46.822" v="2596" actId="478"/>
          <ac:spMkLst>
            <pc:docMk/>
            <pc:sldMk cId="3931473107" sldId="349"/>
            <ac:spMk id="8" creationId="{1B595AF2-F4A6-CC4F-D58E-3B7084A8C76E}"/>
          </ac:spMkLst>
        </pc:spChg>
        <pc:picChg chg="add mod">
          <ac:chgData name="Deslé Isabelle" userId="5d5063ac-c52d-4be5-b342-97ecf962cf90" providerId="ADAL" clId="{51E61DC4-DEA5-4F74-9F12-50C458511A59}" dt="2024-11-07T14:56:18.811" v="2615" actId="1076"/>
          <ac:picMkLst>
            <pc:docMk/>
            <pc:sldMk cId="3931473107" sldId="349"/>
            <ac:picMk id="9" creationId="{3D9E6117-E593-D88A-EF04-2B74FCC63A34}"/>
          </ac:picMkLst>
        </pc:picChg>
      </pc:sldChg>
      <pc:sldChg chg="delSp modSp add mod">
        <pc:chgData name="Deslé Isabelle" userId="5d5063ac-c52d-4be5-b342-97ecf962cf90" providerId="ADAL" clId="{51E61DC4-DEA5-4F74-9F12-50C458511A59}" dt="2024-11-07T15:11:57.348" v="3152" actId="1076"/>
        <pc:sldMkLst>
          <pc:docMk/>
          <pc:sldMk cId="1166092609" sldId="350"/>
        </pc:sldMkLst>
        <pc:spChg chg="del mod">
          <ac:chgData name="Deslé Isabelle" userId="5d5063ac-c52d-4be5-b342-97ecf962cf90" providerId="ADAL" clId="{51E61DC4-DEA5-4F74-9F12-50C458511A59}" dt="2024-11-07T14:57:30.828" v="2684" actId="478"/>
          <ac:spMkLst>
            <pc:docMk/>
            <pc:sldMk cId="1166092609" sldId="350"/>
            <ac:spMk id="2" creationId="{70DEF45D-9095-5DC5-3E8A-7CAF6AA1E873}"/>
          </ac:spMkLst>
        </pc:spChg>
        <pc:spChg chg="mod">
          <ac:chgData name="Deslé Isabelle" userId="5d5063ac-c52d-4be5-b342-97ecf962cf90" providerId="ADAL" clId="{51E61DC4-DEA5-4F74-9F12-50C458511A59}" dt="2024-11-07T15:11:57.348" v="3152" actId="1076"/>
          <ac:spMkLst>
            <pc:docMk/>
            <pc:sldMk cId="1166092609" sldId="350"/>
            <ac:spMk id="3" creationId="{6A5E3CED-267D-ED08-F936-60D8D9465A40}"/>
          </ac:spMkLst>
        </pc:spChg>
      </pc:sldChg>
      <pc:sldChg chg="modSp add mod">
        <pc:chgData name="Deslé Isabelle" userId="5d5063ac-c52d-4be5-b342-97ecf962cf90" providerId="ADAL" clId="{51E61DC4-DEA5-4F74-9F12-50C458511A59}" dt="2024-11-07T15:15:30.417" v="3180" actId="20577"/>
        <pc:sldMkLst>
          <pc:docMk/>
          <pc:sldMk cId="3978440642" sldId="351"/>
        </pc:sldMkLst>
        <pc:spChg chg="mod">
          <ac:chgData name="Deslé Isabelle" userId="5d5063ac-c52d-4be5-b342-97ecf962cf90" providerId="ADAL" clId="{51E61DC4-DEA5-4F74-9F12-50C458511A59}" dt="2024-11-07T15:15:30.417" v="3180" actId="20577"/>
          <ac:spMkLst>
            <pc:docMk/>
            <pc:sldMk cId="3978440642" sldId="351"/>
            <ac:spMk id="4" creationId="{6B63EF4E-A646-1E57-AF86-26DACA43721B}"/>
          </ac:spMkLst>
        </pc:spChg>
      </pc:sldChg>
      <pc:sldChg chg="modSp add mod">
        <pc:chgData name="Deslé Isabelle" userId="5d5063ac-c52d-4be5-b342-97ecf962cf90" providerId="ADAL" clId="{51E61DC4-DEA5-4F74-9F12-50C458511A59}" dt="2024-11-07T15:15:41.617" v="3181"/>
        <pc:sldMkLst>
          <pc:docMk/>
          <pc:sldMk cId="3916103623" sldId="352"/>
        </pc:sldMkLst>
        <pc:spChg chg="mod">
          <ac:chgData name="Deslé Isabelle" userId="5d5063ac-c52d-4be5-b342-97ecf962cf90" providerId="ADAL" clId="{51E61DC4-DEA5-4F74-9F12-50C458511A59}" dt="2024-11-07T15:15:41.617" v="3181"/>
          <ac:spMkLst>
            <pc:docMk/>
            <pc:sldMk cId="3916103623" sldId="352"/>
            <ac:spMk id="4" creationId="{6F339DB6-756D-FE81-5E82-B025B8E1845A}"/>
          </ac:spMkLst>
        </pc:spChg>
      </pc:sldChg>
    </pc:docChg>
  </pc:docChgLst>
</pc:chgInfo>
</file>

<file path=ppt/handoutMasters/_rels/handoutMaster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49550E8D-2687-4B55-AC6F-1FBD87CF06BB}"/>
              </a:ext>
            </a:extLst>
          </p:cNvPr>
          <p:cNvSpPr>
            <a:spLocks noGrp="1"/>
          </p:cNvSpPr>
          <p:nvPr>
            <p:ph type="hdr" sz="quarter"/>
          </p:nvPr>
        </p:nvSpPr>
        <p:spPr>
          <a:xfrm>
            <a:off x="1505588" y="108502"/>
            <a:ext cx="5539587" cy="216755"/>
          </a:xfrm>
          <a:prstGeom prst="rect">
            <a:avLst/>
          </a:prstGeom>
        </p:spPr>
        <p:txBody>
          <a:bodyPr vert="horz" lIns="91440" tIns="45720" rIns="91440" bIns="45720" rtlCol="0"/>
          <a:lstStyle>
            <a:lvl1pPr algn="l">
              <a:defRPr sz="1200"/>
            </a:lvl1pPr>
          </a:lstStyle>
          <a:p>
            <a:endParaRPr lang="nl-BE" dirty="0"/>
          </a:p>
        </p:txBody>
      </p:sp>
      <p:sp>
        <p:nvSpPr>
          <p:cNvPr id="3" name="Tijdelijke aanduiding voor datum 2">
            <a:extLst>
              <a:ext uri="{FF2B5EF4-FFF2-40B4-BE49-F238E27FC236}">
                <a16:creationId xmlns:a16="http://schemas.microsoft.com/office/drawing/2014/main" id="{62C4A80C-7EC9-478E-BFC2-BEAEB6355605}"/>
              </a:ext>
            </a:extLst>
          </p:cNvPr>
          <p:cNvSpPr>
            <a:spLocks noGrp="1"/>
          </p:cNvSpPr>
          <p:nvPr>
            <p:ph type="dt" sz="quarter" idx="1"/>
          </p:nvPr>
        </p:nvSpPr>
        <p:spPr>
          <a:xfrm>
            <a:off x="4633297" y="108502"/>
            <a:ext cx="3962400" cy="216755"/>
          </a:xfrm>
          <a:prstGeom prst="rect">
            <a:avLst/>
          </a:prstGeom>
        </p:spPr>
        <p:txBody>
          <a:bodyPr vert="horz" lIns="91440" tIns="45720" rIns="91440" bIns="45720" rtlCol="0"/>
          <a:lstStyle>
            <a:lvl1pPr algn="r">
              <a:defRPr sz="1200"/>
            </a:lvl1pPr>
          </a:lstStyle>
          <a:p>
            <a:fld id="{B851D6B0-C309-4360-AADA-E0100A701C51}" type="datetimeFigureOut">
              <a:rPr lang="nl-BE" smtClean="0"/>
              <a:t>7/11/2024</a:t>
            </a:fld>
            <a:endParaRPr lang="nl-BE"/>
          </a:p>
        </p:txBody>
      </p:sp>
      <p:sp>
        <p:nvSpPr>
          <p:cNvPr id="4" name="Tijdelijke aanduiding voor voettekst 3">
            <a:extLst>
              <a:ext uri="{FF2B5EF4-FFF2-40B4-BE49-F238E27FC236}">
                <a16:creationId xmlns:a16="http://schemas.microsoft.com/office/drawing/2014/main" id="{EEAA731C-3B25-44FC-ABC1-2A77BCFD587A}"/>
              </a:ext>
            </a:extLst>
          </p:cNvPr>
          <p:cNvSpPr>
            <a:spLocks noGrp="1"/>
          </p:cNvSpPr>
          <p:nvPr>
            <p:ph type="ftr" sz="quarter" idx="2"/>
          </p:nvPr>
        </p:nvSpPr>
        <p:spPr>
          <a:xfrm>
            <a:off x="523045" y="6218916"/>
            <a:ext cx="7043767" cy="216755"/>
          </a:xfrm>
          <a:prstGeom prst="rect">
            <a:avLst/>
          </a:prstGeom>
        </p:spPr>
        <p:txBody>
          <a:bodyPr vert="horz" lIns="91440" tIns="45720" rIns="91440" bIns="45720" rtlCol="0" anchor="b"/>
          <a:lstStyle>
            <a:lvl1pPr algn="l">
              <a:defRPr sz="1200"/>
            </a:lvl1pPr>
          </a:lstStyle>
          <a:p>
            <a:endParaRPr lang="nl-BE"/>
          </a:p>
        </p:txBody>
      </p:sp>
      <p:sp>
        <p:nvSpPr>
          <p:cNvPr id="5" name="Tijdelijke aanduiding voor dianummer 4">
            <a:extLst>
              <a:ext uri="{FF2B5EF4-FFF2-40B4-BE49-F238E27FC236}">
                <a16:creationId xmlns:a16="http://schemas.microsoft.com/office/drawing/2014/main" id="{509BC4C9-5927-4A4C-9D62-F4FCB8CB3205}"/>
              </a:ext>
            </a:extLst>
          </p:cNvPr>
          <p:cNvSpPr>
            <a:spLocks noGrp="1"/>
          </p:cNvSpPr>
          <p:nvPr>
            <p:ph type="sldNum" sz="quarter" idx="3"/>
          </p:nvPr>
        </p:nvSpPr>
        <p:spPr>
          <a:xfrm>
            <a:off x="8049510" y="6237326"/>
            <a:ext cx="546187" cy="198345"/>
          </a:xfrm>
          <a:prstGeom prst="rect">
            <a:avLst/>
          </a:prstGeom>
        </p:spPr>
        <p:txBody>
          <a:bodyPr vert="horz" lIns="91440" tIns="45720" rIns="91440" bIns="45720" rtlCol="0" anchor="b"/>
          <a:lstStyle>
            <a:lvl1pPr algn="r">
              <a:defRPr sz="1200"/>
            </a:lvl1pPr>
          </a:lstStyle>
          <a:p>
            <a:fld id="{08C79EED-929D-483E-9007-D3F59A4C8C3F}" type="slidenum">
              <a:rPr lang="nl-BE" smtClean="0"/>
              <a:t>‹#›</a:t>
            </a:fld>
            <a:endParaRPr lang="nl-BE"/>
          </a:p>
        </p:txBody>
      </p:sp>
      <p:pic>
        <p:nvPicPr>
          <p:cNvPr id="7" name="Afbeelding 6">
            <a:extLst>
              <a:ext uri="{FF2B5EF4-FFF2-40B4-BE49-F238E27FC236}">
                <a16:creationId xmlns:a16="http://schemas.microsoft.com/office/drawing/2014/main" id="{41A637C1-C271-414F-B837-89650030AD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6224" y="-12274"/>
            <a:ext cx="1022976" cy="524275"/>
          </a:xfrm>
          <a:prstGeom prst="rect">
            <a:avLst/>
          </a:prstGeom>
        </p:spPr>
      </p:pic>
      <p:cxnSp>
        <p:nvCxnSpPr>
          <p:cNvPr id="8" name="Rechte verbindingslijn 7">
            <a:extLst>
              <a:ext uri="{FF2B5EF4-FFF2-40B4-BE49-F238E27FC236}">
                <a16:creationId xmlns:a16="http://schemas.microsoft.com/office/drawing/2014/main" id="{2EAA0E41-0FD2-4F96-9F26-A36EB18A8771}"/>
              </a:ext>
            </a:extLst>
          </p:cNvPr>
          <p:cNvCxnSpPr>
            <a:cxnSpLocks/>
          </p:cNvCxnSpPr>
          <p:nvPr/>
        </p:nvCxnSpPr>
        <p:spPr>
          <a:xfrm>
            <a:off x="615157" y="478051"/>
            <a:ext cx="7887493"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70211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nl-BE" dirty="0"/>
          </a:p>
        </p:txBody>
      </p:sp>
      <p:sp>
        <p:nvSpPr>
          <p:cNvPr id="3" name="Tijdelijke aanduiding voor datum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01C07673-66AC-46B1-89BD-061114F0C338}" type="datetimeFigureOut">
              <a:rPr lang="nl-BE" smtClean="0"/>
              <a:t>7/11/2024</a:t>
            </a:fld>
            <a:endParaRPr lang="nl-BE"/>
          </a:p>
        </p:txBody>
      </p:sp>
      <p:sp>
        <p:nvSpPr>
          <p:cNvPr id="4" name="Tijdelijke aanduiding voor dia-afbeelding 3"/>
          <p:cNvSpPr>
            <a:spLocks noGrp="1" noRot="1" noChangeAspect="1"/>
          </p:cNvSpPr>
          <p:nvPr>
            <p:ph type="sldImg" idx="2"/>
          </p:nvPr>
        </p:nvSpPr>
        <p:spPr>
          <a:xfrm>
            <a:off x="615157" y="702310"/>
            <a:ext cx="3996267" cy="2247900"/>
          </a:xfrm>
          <a:prstGeom prst="rect">
            <a:avLst/>
          </a:prstGeom>
          <a:noFill/>
          <a:ln w="12700">
            <a:solidFill>
              <a:prstClr val="black"/>
            </a:solidFill>
          </a:ln>
        </p:spPr>
        <p:txBody>
          <a:bodyPr vert="horz" lIns="91440" tIns="45720" rIns="91440" bIns="45720" rtlCol="0" anchor="ctr"/>
          <a:lstStyle/>
          <a:p>
            <a:endParaRPr lang="nl-BE"/>
          </a:p>
        </p:txBody>
      </p:sp>
      <p:sp>
        <p:nvSpPr>
          <p:cNvPr id="6" name="Tijdelijke aanduiding voor voettekst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6C23E295-A1A5-4488-BC09-D942F81F4A15}" type="slidenum">
              <a:rPr lang="nl-BE" smtClean="0"/>
              <a:t>‹#›</a:t>
            </a:fld>
            <a:endParaRPr lang="nl-BE"/>
          </a:p>
        </p:txBody>
      </p:sp>
      <p:sp>
        <p:nvSpPr>
          <p:cNvPr id="8" name="Tijdelijke aanduiding voor datum 2">
            <a:extLst>
              <a:ext uri="{FF2B5EF4-FFF2-40B4-BE49-F238E27FC236}">
                <a16:creationId xmlns:a16="http://schemas.microsoft.com/office/drawing/2014/main" id="{944846E0-E852-40C1-B969-83476F3B76F7}"/>
              </a:ext>
            </a:extLst>
          </p:cNvPr>
          <p:cNvSpPr txBox="1">
            <a:spLocks/>
          </p:cNvSpPr>
          <p:nvPr/>
        </p:nvSpPr>
        <p:spPr>
          <a:xfrm>
            <a:off x="4633297" y="108502"/>
            <a:ext cx="3962400" cy="216755"/>
          </a:xfrm>
          <a:prstGeom prst="rect">
            <a:avLst/>
          </a:prstGeom>
        </p:spPr>
        <p:txBody>
          <a:bodyPr vert="horz" lIns="91440" tIns="45720" rIns="91440" bIns="45720" rtlCol="0"/>
          <a:lstStyle>
            <a:defPPr>
              <a:defRPr lang="en-US"/>
            </a:defPPr>
            <a:lvl1pPr marL="0" algn="r"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B851D6B0-C309-4360-AADA-E0100A701C51}" type="datetimeFigureOut">
              <a:rPr lang="nl-BE" smtClean="0"/>
              <a:pPr/>
              <a:t>7/11/2024</a:t>
            </a:fld>
            <a:endParaRPr lang="nl-BE"/>
          </a:p>
        </p:txBody>
      </p:sp>
      <p:pic>
        <p:nvPicPr>
          <p:cNvPr id="10" name="Afbeelding 9">
            <a:extLst>
              <a:ext uri="{FF2B5EF4-FFF2-40B4-BE49-F238E27FC236}">
                <a16:creationId xmlns:a16="http://schemas.microsoft.com/office/drawing/2014/main" id="{CABF7A55-6C0F-4E87-AFC0-BB240FFF9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6224" y="-12274"/>
            <a:ext cx="1022976" cy="524275"/>
          </a:xfrm>
          <a:prstGeom prst="rect">
            <a:avLst/>
          </a:prstGeom>
        </p:spPr>
      </p:pic>
      <p:cxnSp>
        <p:nvCxnSpPr>
          <p:cNvPr id="11" name="Rechte verbindingslijn 10">
            <a:extLst>
              <a:ext uri="{FF2B5EF4-FFF2-40B4-BE49-F238E27FC236}">
                <a16:creationId xmlns:a16="http://schemas.microsoft.com/office/drawing/2014/main" id="{0778B21D-7FB4-4703-A374-CC34AE860216}"/>
              </a:ext>
            </a:extLst>
          </p:cNvPr>
          <p:cNvCxnSpPr>
            <a:cxnSpLocks/>
          </p:cNvCxnSpPr>
          <p:nvPr/>
        </p:nvCxnSpPr>
        <p:spPr>
          <a:xfrm>
            <a:off x="615157" y="478051"/>
            <a:ext cx="7887493"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ijdelijke aanduiding voor notities 4">
            <a:extLst>
              <a:ext uri="{FF2B5EF4-FFF2-40B4-BE49-F238E27FC236}">
                <a16:creationId xmlns:a16="http://schemas.microsoft.com/office/drawing/2014/main" id="{CC94D0D5-1E80-4534-99C4-6E80E3027CAD}"/>
              </a:ext>
            </a:extLst>
          </p:cNvPr>
          <p:cNvSpPr>
            <a:spLocks noGrp="1"/>
          </p:cNvSpPr>
          <p:nvPr>
            <p:ph type="body" sz="quarter" idx="3"/>
          </p:nvPr>
        </p:nvSpPr>
        <p:spPr>
          <a:xfrm>
            <a:off x="615156" y="3043270"/>
            <a:ext cx="8281193" cy="3283879"/>
          </a:xfrm>
          <a:prstGeom prst="rect">
            <a:avLst/>
          </a:prstGeom>
        </p:spPr>
        <p:txBody>
          <a:bodyPr vert="horz" lIns="91440" tIns="45720" rIns="91440" bIns="45720" rtlCol="0"/>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Tree>
    <p:extLst>
      <p:ext uri="{BB962C8B-B14F-4D97-AF65-F5344CB8AC3E}">
        <p14:creationId xmlns:p14="http://schemas.microsoft.com/office/powerpoint/2010/main" val="2423332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15950" y="701675"/>
            <a:ext cx="3995738" cy="2247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C23E295-A1A5-4488-BC09-D942F81F4A15}" type="slidenum">
              <a:rPr lang="nl-BE" smtClean="0"/>
              <a:t>2</a:t>
            </a:fld>
            <a:endParaRPr lang="nl-BE"/>
          </a:p>
        </p:txBody>
      </p:sp>
    </p:spTree>
    <p:extLst>
      <p:ext uri="{BB962C8B-B14F-4D97-AF65-F5344CB8AC3E}">
        <p14:creationId xmlns:p14="http://schemas.microsoft.com/office/powerpoint/2010/main" val="39796240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000E9-F22A-3B7D-5084-0A38484323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F0E608-9658-F04C-1536-8829D81704E3}"/>
              </a:ext>
            </a:extLst>
          </p:cNvPr>
          <p:cNvSpPr>
            <a:spLocks noGrp="1" noRot="1" noChangeAspect="1"/>
          </p:cNvSpPr>
          <p:nvPr>
            <p:ph type="sldImg"/>
          </p:nvPr>
        </p:nvSpPr>
        <p:spPr>
          <a:xfrm>
            <a:off x="615950" y="701675"/>
            <a:ext cx="3995738" cy="2247900"/>
          </a:xfrm>
        </p:spPr>
      </p:sp>
      <p:sp>
        <p:nvSpPr>
          <p:cNvPr id="3" name="Notes Placeholder 2">
            <a:extLst>
              <a:ext uri="{FF2B5EF4-FFF2-40B4-BE49-F238E27FC236}">
                <a16:creationId xmlns:a16="http://schemas.microsoft.com/office/drawing/2014/main" id="{5BE17429-FAEE-FC2F-F24B-C6E9C17D2E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B2C420-C3DF-F62C-6772-E1919D541BAA}"/>
              </a:ext>
            </a:extLst>
          </p:cNvPr>
          <p:cNvSpPr>
            <a:spLocks noGrp="1"/>
          </p:cNvSpPr>
          <p:nvPr>
            <p:ph type="sldNum" sz="quarter" idx="5"/>
          </p:nvPr>
        </p:nvSpPr>
        <p:spPr/>
        <p:txBody>
          <a:bodyPr/>
          <a:lstStyle/>
          <a:p>
            <a:fld id="{6C23E295-A1A5-4488-BC09-D942F81F4A15}" type="slidenum">
              <a:rPr lang="nl-BE" smtClean="0"/>
              <a:t>4</a:t>
            </a:fld>
            <a:endParaRPr lang="nl-BE"/>
          </a:p>
        </p:txBody>
      </p:sp>
    </p:spTree>
    <p:extLst>
      <p:ext uri="{BB962C8B-B14F-4D97-AF65-F5344CB8AC3E}">
        <p14:creationId xmlns:p14="http://schemas.microsoft.com/office/powerpoint/2010/main" val="932227793"/>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1.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udenthowest.sharepoint.com/sites/staff/COMM/SitePages/Huisstijl.aspx" TargetMode="Externa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2.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art.howest.be/StrategieCommunicatie/Communicatie" TargetMode="Externa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9.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3.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art.howest.be/StrategieCommunicatie/Communicatie" TargetMode="Externa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2.0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hlinkClick r:id="rId9"/>
              </a:rPr>
              <a:t>https://studenthowest.sharepoint.com/sites/staff/COMM/SitePages/Huisstijl.aspx</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4" name="Afbeelding 3">
            <a:extLst>
              <a:ext uri="{FF2B5EF4-FFF2-40B4-BE49-F238E27FC236}">
                <a16:creationId xmlns:a16="http://schemas.microsoft.com/office/drawing/2014/main" id="{5B39836E-004F-43A1-BAE3-C85C57A18D2C}"/>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007362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78514"/>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nl-BE" noProof="0" dirty="0"/>
            </a:br>
            <a:br>
              <a:rPr lang="nl-BE" noProof="0" dirty="0"/>
            </a:br>
            <a:r>
              <a:rPr lang="nl-BE" noProof="0" dirty="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Ondertitel tekst</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3350" y="365592"/>
            <a:ext cx="7567613" cy="3878402"/>
          </a:xfrm>
          <a:prstGeom prst="rect">
            <a:avLst/>
          </a:prstGeom>
        </p:spPr>
      </p:pic>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7462994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nl-BE"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Klikken om de ondertitelstijl </a:t>
            </a:r>
          </a:p>
          <a:p>
            <a:r>
              <a:rPr lang="nl-BE" noProof="0"/>
              <a:t>van het model </a:t>
            </a:r>
          </a:p>
          <a:p>
            <a:r>
              <a:rPr lang="nl-BE" noProof="0"/>
              <a:t>te bewerken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67119012"/>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nl-BE" noProof="0"/>
              <a:t>“Klik om quote </a:t>
            </a:r>
            <a:br>
              <a:rPr lang="nl-BE" noProof="0"/>
            </a:br>
            <a:r>
              <a:rPr lang="nl-BE"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 om de Naam en Voornaam in te voegen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75691860"/>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nl-BE"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Agendapunt 1</a:t>
            </a:r>
          </a:p>
          <a:p>
            <a:r>
              <a:rPr lang="nl-BE" noProof="0"/>
              <a:t>Agendapunt 2</a:t>
            </a:r>
          </a:p>
          <a:p>
            <a:r>
              <a:rPr lang="nl-BE" noProof="0"/>
              <a:t>Agendapunt 3</a:t>
            </a:r>
          </a:p>
          <a:p>
            <a:r>
              <a:rPr lang="nl-BE" noProof="0"/>
              <a:t>Agendapunt 4</a:t>
            </a:r>
          </a:p>
          <a:p>
            <a:r>
              <a:rPr lang="nl-BE" noProof="0"/>
              <a:t>Agendapunt 5</a:t>
            </a:r>
          </a:p>
          <a:p>
            <a:r>
              <a:rPr lang="nl-BE" noProof="0"/>
              <a:t>Agendapunt 6</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37897611"/>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9720300-64FC-4FDF-A2A5-59CA95955096}" type="datetime1">
              <a:rPr lang="en-US" noProof="0" smtClean="0"/>
              <a:t>11/7/2024</a:t>
            </a:fld>
            <a:endParaRPr lang="nl-BE" noProof="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noProof="0" smtClean="0"/>
              <a:pPr/>
              <a:t>‹#›</a:t>
            </a:fld>
            <a:endParaRPr lang="nl-BE" noProof="0"/>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0151778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90A3E81-D504-487D-AF03-819239CC2C0A}" type="datetime1">
              <a:rPr lang="en-US" noProof="0" smtClean="0"/>
              <a:t>11/7/2024</a:t>
            </a:fld>
            <a:endParaRPr lang="nl-BE" noProof="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Tree>
    <p:extLst>
      <p:ext uri="{BB962C8B-B14F-4D97-AF65-F5344CB8AC3E}">
        <p14:creationId xmlns:p14="http://schemas.microsoft.com/office/powerpoint/2010/main" val="16137522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EEB9FFE0-59FF-4E33-9CF1-FBB947891542}"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70283449"/>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41BA17A-667C-4D93-9EEB-CE8CDA12C775}"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nl-BE"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170188300"/>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128AA3D-AAC1-445D-BF00-34BE9318455F}"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141238711"/>
      </p:ext>
    </p:extLst>
  </p:cSld>
  <p:clrMapOvr>
    <a:masterClrMapping/>
  </p:clrMapOvr>
  <p:extLst>
    <p:ext uri="{DCECCB84-F9BA-43D5-87BE-67443E8EF086}">
      <p15:sldGuideLst xmlns:p15="http://schemas.microsoft.com/office/powerpoint/2012/main">
        <p15:guide id="4" pos="1109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A7F3E6C-1FA8-4436-B106-74EF80D4CB7F}"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915514383"/>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BD3179D-58B1-412C-8CF3-7F545738F87E}" type="datetime1">
              <a:rPr lang="en-US" smtClean="0"/>
              <a:t>11/7/2024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2163273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4B97197-FFCB-4B16-835A-2E5828717164}"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723719073"/>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1" name="balk onderaan">
            <a:extLst>
              <a:ext uri="{FF2B5EF4-FFF2-40B4-BE49-F238E27FC236}">
                <a16:creationId xmlns:a16="http://schemas.microsoft.com/office/drawing/2014/main" id="{38804C87-12C0-421E-90B2-DF14E0302FE7}"/>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77F542A-B82F-4E83-93DC-863E9FDE82F7}"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796737148"/>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1" name="balk onderaan">
            <a:extLst>
              <a:ext uri="{FF2B5EF4-FFF2-40B4-BE49-F238E27FC236}">
                <a16:creationId xmlns:a16="http://schemas.microsoft.com/office/drawing/2014/main" id="{38804C87-12C0-421E-90B2-DF14E0302FE7}"/>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06F617-AD80-4738-B25F-A7D3E15B75F3}"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Tree>
    <p:extLst>
      <p:ext uri="{BB962C8B-B14F-4D97-AF65-F5344CB8AC3E}">
        <p14:creationId xmlns:p14="http://schemas.microsoft.com/office/powerpoint/2010/main" val="2051129045"/>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9029510-9E10-4B25-9FB6-88A9124ED319}"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754770187"/>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E6B3870-FE77-4DBA-8794-2BD2375BCBBF}"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868049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6A9BE76-1D90-489D-803B-8C3CE8B995EE}"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828114513"/>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02D5572F-3657-4F3F-9A5C-301345760D87}"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3554308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248EC58-3C6A-408E-BF2C-227E9FD80B06}"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217915519"/>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247EBE1C-EF0C-4E9A-9653-E90EA15E080B}" type="datetime1">
              <a:rPr lang="en-US" smtClean="0"/>
              <a:t>11/7/2024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94656123"/>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1739908-FECA-4FE2-AD74-D0CA913861BF}" type="datetime1">
              <a:rPr lang="en-US" smtClean="0"/>
              <a:t>11/7/2024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803230516"/>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E93C465A-EC76-414B-9AD8-6A6333FC2869}" type="datetime1">
              <a:rPr lang="en-US" smtClean="0"/>
              <a:t>11/7/2024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519207618"/>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8EF92A3-2E01-4870-AD04-3328FB554419}" type="datetime1">
              <a:rPr lang="en-US" smtClean="0"/>
              <a:t>11/7/2024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77979155"/>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8F9C85E-C406-457F-91F3-E2C7AB2700D0}" type="datetime1">
              <a:rPr lang="en-US" smtClean="0"/>
              <a:t>11/7/2024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762620811"/>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65868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1.0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latin typeface="+mn-lt"/>
                <a:cs typeface="Arial" panose="020B0604020202020204" pitchFamily="34" charset="0"/>
                <a:hlinkClick r:id="rId9"/>
              </a:rPr>
              <a:t>https://start.howest.be/StrategieCommunicatie/Communicatie</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115" name="Afbeelding 114">
            <a:extLst>
              <a:ext uri="{FF2B5EF4-FFF2-40B4-BE49-F238E27FC236}">
                <a16:creationId xmlns:a16="http://schemas.microsoft.com/office/drawing/2014/main" id="{CB240C3F-0CBE-43DA-B915-ADD14E9397EB}"/>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07272031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65262"/>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en-GB" noProof="0"/>
            </a:br>
            <a:br>
              <a:rPr lang="en-GB" noProof="0"/>
            </a:br>
            <a:r>
              <a:rPr lang="en-GB" noProof="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Ondertitel tekst</a:t>
            </a:r>
          </a:p>
        </p:txBody>
      </p:sp>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pic>
        <p:nvPicPr>
          <p:cNvPr id="12" name="Graphic 11">
            <a:extLst>
              <a:ext uri="{FF2B5EF4-FFF2-40B4-BE49-F238E27FC236}">
                <a16:creationId xmlns:a16="http://schemas.microsoft.com/office/drawing/2014/main" id="{CAD32F27-0931-4A36-A228-C5DD842F3585}"/>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27001" y="357904"/>
            <a:ext cx="7601331" cy="3895344"/>
          </a:xfrm>
          <a:prstGeom prst="rect">
            <a:avLst/>
          </a:prstGeom>
        </p:spPr>
      </p:pic>
    </p:spTree>
    <p:extLst>
      <p:ext uri="{BB962C8B-B14F-4D97-AF65-F5344CB8AC3E}">
        <p14:creationId xmlns:p14="http://schemas.microsoft.com/office/powerpoint/2010/main" val="354345904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en-GB"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Klikken om de ondertitelstijl </a:t>
            </a:r>
          </a:p>
          <a:p>
            <a:r>
              <a:rPr lang="en-GB" noProof="0"/>
              <a:t>van het model </a:t>
            </a:r>
          </a:p>
          <a:p>
            <a:r>
              <a:rPr lang="en-GB" noProof="0"/>
              <a:t>te bewerken</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F7EE5D66-D7E4-4BDC-948E-FA0C01C6A52A}"/>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329043655"/>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en-GB" noProof="0"/>
              <a:t>“Klik om quote </a:t>
            </a:r>
            <a:br>
              <a:rPr lang="en-GB" noProof="0"/>
            </a:br>
            <a:r>
              <a:rPr lang="en-GB"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Klik om de Naam en Voornaam in te voegen</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30A4158E-317F-4A86-B1B9-6DBC4007AC4B}"/>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2837089186"/>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en-GB"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Agendapunt 1</a:t>
            </a:r>
          </a:p>
          <a:p>
            <a:r>
              <a:rPr lang="en-GB" noProof="0"/>
              <a:t>Agendapunt 2</a:t>
            </a:r>
          </a:p>
          <a:p>
            <a:r>
              <a:rPr lang="en-GB" noProof="0"/>
              <a:t>Agendapunt 3</a:t>
            </a:r>
          </a:p>
          <a:p>
            <a:r>
              <a:rPr lang="en-GB" noProof="0"/>
              <a:t>Agendapunt 4</a:t>
            </a:r>
          </a:p>
          <a:p>
            <a:r>
              <a:rPr lang="en-GB" noProof="0"/>
              <a:t>Agendapunt 5</a:t>
            </a:r>
          </a:p>
          <a:p>
            <a:r>
              <a:rPr lang="en-GB" noProof="0"/>
              <a:t>Agendapunt 6</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9B1B0592-CA51-4965-AEB9-DEFB73DA845E}"/>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1097409208"/>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BB152F7-B62B-4B05-8621-F14388A73947}" type="datetime1">
              <a:rPr lang="en-US" smtClean="0"/>
              <a:t>11/7/2024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6" name="Slide Number Placeholder 5"/>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2017041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4E84467-467C-4DBA-A9F6-A4B59E674B2C}" type="datetime1">
              <a:rPr lang="en-US" smtClean="0"/>
              <a:t>11/7/2024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6" name="Slide Number Placeholder 5"/>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Tree>
    <p:extLst>
      <p:ext uri="{BB962C8B-B14F-4D97-AF65-F5344CB8AC3E}">
        <p14:creationId xmlns:p14="http://schemas.microsoft.com/office/powerpoint/2010/main" val="78844475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B41673CC-C382-4A24-B66C-CA49DD795765}"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22226488"/>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4AE26A2-BB15-47BB-B9BA-2EA6D471591B}"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en-GB"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0901551"/>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B5AC47E-C401-4DF5-AF15-4C7F99E804C2}"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142238196"/>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4EC3A80-7B41-4C70-B3D2-389FE11F1A4F}"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863784025"/>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8CB7556-562F-42BC-9754-9366D2D485FA}" type="datetime1">
              <a:rPr lang="en-US" smtClean="0"/>
              <a:t>11/7/2024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304497994"/>
      </p:ext>
    </p:extLst>
  </p:cSld>
  <p:clrMapOvr>
    <a:masterClrMapping/>
  </p:clrMapOvr>
  <p:extLst>
    <p:ext uri="{DCECCB84-F9BA-43D5-87BE-67443E8EF086}">
      <p15:sldGuideLst xmlns:p15="http://schemas.microsoft.com/office/powerpoint/2012/main"/>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90F2DEA-4A67-4D6E-B974-28D39E7AFAE9}"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929578281"/>
      </p:ext>
    </p:extLst>
  </p:cSld>
  <p:clrMapOvr>
    <a:masterClrMapping/>
  </p:clrMapOvr>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D399FD-B1A0-4138-9CFD-D2E29FDE6D67}"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594986153"/>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C63BE49-DF2F-4B26-970E-A1C1E963CD6F}"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Tree>
    <p:extLst>
      <p:ext uri="{BB962C8B-B14F-4D97-AF65-F5344CB8AC3E}">
        <p14:creationId xmlns:p14="http://schemas.microsoft.com/office/powerpoint/2010/main" val="1723938962"/>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70E8B3A-810F-4E2A-AEC6-267E7BEC0019}"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33260486"/>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368A032-50AE-4924-991C-C411201B1C0F}"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803619452"/>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BDA5AAF8-4A73-41E5-87BA-33904BA3F9F2}"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896772477"/>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D9C48DD-F70E-48FF-B518-C0A7A934D630}"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548749984"/>
      </p:ext>
    </p:extLst>
  </p:cSld>
  <p:clrMapOvr>
    <a:masterClrMapping/>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BEFAC7F-5269-430B-9710-633BBF9B1F21}"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93989386"/>
      </p:ext>
    </p:extLst>
  </p:cSld>
  <p:clrMapOvr>
    <a:masterClrMapping/>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B5A40F9-5149-4269-8461-C29B408EB9F0}" type="datetime1">
              <a:rPr lang="en-US" smtClean="0"/>
              <a:t>11/7/2024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373337553"/>
      </p:ext>
    </p:extLst>
  </p:cSld>
  <p:clrMapOvr>
    <a:masterClrMapping/>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F7F45CC-F39E-4FDE-9F23-89D44B1120F2}" type="datetime1">
              <a:rPr lang="en-US" smtClean="0"/>
              <a:t>11/7/2024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160713780"/>
      </p:ext>
    </p:extLst>
  </p:cSld>
  <p:clrMapOvr>
    <a:masterClrMapping/>
  </p:clrMapOvr>
  <p:extLst>
    <p:ext uri="{DCECCB84-F9BA-43D5-87BE-67443E8EF086}">
      <p15:sldGuideLst xmlns:p15="http://schemas.microsoft.com/office/powerpoint/2012/main"/>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480FF68-B993-448A-9E2E-51A2044332C2}" type="datetime1">
              <a:rPr lang="en-US" smtClean="0"/>
              <a:t>11/7/2024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685532684"/>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NL" dirty="0"/>
              <a:t>Titel</a:t>
            </a:r>
            <a:endParaRPr lang="nl-BE" dirty="0"/>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96B27BC-5CE1-464F-BBFC-535A436349E3}" type="datetime1">
              <a:rPr lang="en-US" smtClean="0"/>
              <a:t>11/7/2024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103895135"/>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25A71049-980B-479B-9292-9D629336ECBA}" type="datetime1">
              <a:rPr lang="en-US" smtClean="0"/>
              <a:t>11/7/2024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283348632"/>
      </p:ext>
    </p:extLst>
  </p:cSld>
  <p:clrMapOvr>
    <a:masterClrMapping/>
  </p:clrMapOvr>
  <p:extLst>
    <p:ext uri="{DCECCB84-F9BA-43D5-87BE-67443E8EF086}">
      <p15:sldGuideLst xmlns:p15="http://schemas.microsoft.com/office/powerpoint/2012/main"/>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341264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1.0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latin typeface="+mn-lt"/>
                <a:cs typeface="Arial" panose="020B0604020202020204" pitchFamily="34" charset="0"/>
                <a:hlinkClick r:id="rId9"/>
              </a:rPr>
              <a:t>https://start.howest.be/StrategieCommunicatie/Communicatie</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115" name="Afbeelding 114">
            <a:extLst>
              <a:ext uri="{FF2B5EF4-FFF2-40B4-BE49-F238E27FC236}">
                <a16:creationId xmlns:a16="http://schemas.microsoft.com/office/drawing/2014/main" id="{5574E764-4DF0-401B-8634-39C5C89BB7CE}"/>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8372444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nl-BE"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Klikken om de ondertitelstijl </a:t>
            </a:r>
          </a:p>
          <a:p>
            <a:r>
              <a:rPr lang="nl-BE" noProof="0"/>
              <a:t>van het model </a:t>
            </a:r>
          </a:p>
          <a:p>
            <a:r>
              <a:rPr lang="nl-BE" noProof="0"/>
              <a:t>te bewerken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852464918"/>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78514"/>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nl-BE" noProof="0"/>
            </a:br>
            <a:br>
              <a:rPr lang="nl-BE" noProof="0"/>
            </a:br>
            <a:r>
              <a:rPr lang="nl-BE" noProof="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Ondertitel tekst</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3350" y="365592"/>
            <a:ext cx="7567613" cy="3878402"/>
          </a:xfrm>
          <a:prstGeom prst="rect">
            <a:avLst/>
          </a:prstGeom>
        </p:spPr>
      </p:pic>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40040869"/>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noProof="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nl-BE" noProof="0"/>
              <a:t>“Klik om quote </a:t>
            </a:r>
            <a:br>
              <a:rPr lang="nl-BE" noProof="0"/>
            </a:br>
            <a:r>
              <a:rPr lang="nl-BE"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 om de Naam en Voornaam in te voegen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135915536"/>
      </p:ext>
    </p:extLst>
  </p:cSld>
  <p:clrMapOvr>
    <a:masterClrMapping/>
  </p:clrMapOvr>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nl-BE"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Agendapunt 1</a:t>
            </a:r>
          </a:p>
          <a:p>
            <a:r>
              <a:rPr lang="nl-BE" noProof="0"/>
              <a:t>Agendapunt 2</a:t>
            </a:r>
          </a:p>
          <a:p>
            <a:r>
              <a:rPr lang="nl-BE" noProof="0"/>
              <a:t>Agendapunt 3</a:t>
            </a:r>
          </a:p>
          <a:p>
            <a:r>
              <a:rPr lang="nl-BE" noProof="0"/>
              <a:t>Agendapunt 4</a:t>
            </a:r>
          </a:p>
          <a:p>
            <a:r>
              <a:rPr lang="nl-BE" noProof="0"/>
              <a:t>Agendapunt 5</a:t>
            </a:r>
          </a:p>
          <a:p>
            <a:r>
              <a:rPr lang="nl-BE" noProof="0"/>
              <a:t>Agendapunt 6</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230274321"/>
      </p:ext>
    </p:extLst>
  </p:cSld>
  <p:clrMapOvr>
    <a:masterClrMapping/>
  </p:clrMapOvr>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6447152-B9BF-46CE-9E04-F7984268CC8D}" type="datetime1">
              <a:rPr lang="en-US" smtClean="0"/>
              <a:t>11/7/2024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4E33BA09-67C0-408C-8B50-3F1EBDFBB6AD}"/>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2283698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8D5EF28-3492-47D1-AF9D-B29698D75997}" type="datetime1">
              <a:rPr lang="en-US" smtClean="0"/>
              <a:t>11/7/2024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
        <p:nvSpPr>
          <p:cNvPr id="17" name="Slide Number Placeholder 5">
            <a:extLst>
              <a:ext uri="{FF2B5EF4-FFF2-40B4-BE49-F238E27FC236}">
                <a16:creationId xmlns:a16="http://schemas.microsoft.com/office/drawing/2014/main" id="{535CD291-C318-4F7C-BE2D-0968FAAC202A}"/>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91899652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789BD71-4723-475F-8C03-26AABD915416}"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754E2B3E-4C74-4A6A-953D-C55A6E902B8C}"/>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709396467"/>
      </p:ext>
    </p:extLst>
  </p:cSld>
  <p:clrMapOvr>
    <a:masterClrMapping/>
  </p:clrMapOvr>
  <p:extLst>
    <p:ext uri="{DCECCB84-F9BA-43D5-87BE-67443E8EF086}">
      <p15:sldGuideLst xmlns:p15="http://schemas.microsoft.com/office/powerpoint/2012/main"/>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B1351D5-27B7-423D-8F01-AEC14CFEDD3E}"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nl-BE"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E298B6C7-E64D-451B-B8F5-BDD2AEEBAC0A}"/>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489056685"/>
      </p:ext>
    </p:extLst>
  </p:cSld>
  <p:clrMapOvr>
    <a:masterClrMapping/>
  </p:clrMapOvr>
  <p:extLst>
    <p:ext uri="{DCECCB84-F9BA-43D5-87BE-67443E8EF086}">
      <p15:sldGuideLst xmlns:p15="http://schemas.microsoft.com/office/powerpoint/2012/main"/>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3EFFE73-4211-460C-94CD-5260CDAABD6A}"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
        <p:nvSpPr>
          <p:cNvPr id="10" name="Slide Number Placeholder 5">
            <a:extLst>
              <a:ext uri="{FF2B5EF4-FFF2-40B4-BE49-F238E27FC236}">
                <a16:creationId xmlns:a16="http://schemas.microsoft.com/office/drawing/2014/main" id="{E933CE10-84EB-48D5-9DBB-6D5D909491D9}"/>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363498780"/>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735374F2-1986-4242-A657-A3C0D0CA274F}" type="datetime1">
              <a:rPr lang="en-US" smtClean="0"/>
              <a:t>11/7/2024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
        <p:nvSpPr>
          <p:cNvPr id="8" name="Slide Number Placeholder 5">
            <a:extLst>
              <a:ext uri="{FF2B5EF4-FFF2-40B4-BE49-F238E27FC236}">
                <a16:creationId xmlns:a16="http://schemas.microsoft.com/office/drawing/2014/main" id="{A7541285-D923-49F0-9255-B49296C75D20}"/>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817097596"/>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8315E83-A5DC-49E5-BEAB-AA004764E640}" type="datetime1">
              <a:rPr lang="en-US" smtClean="0"/>
              <a:t>11/7/2024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E4EA7E3C-8D96-4688-A34D-5E20B15746F3}"/>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035366188"/>
      </p:ext>
    </p:extLst>
  </p:cSld>
  <p:clrMapOvr>
    <a:masterClrMapping/>
  </p:clrMapOvr>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26DC1B5-81C7-4C59-8E8C-012A57B63F20}"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9B0C9453-241A-4033-BF7E-32861682715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677616355"/>
      </p:ext>
    </p:extLst>
  </p:cSld>
  <p:clrMapOvr>
    <a:masterClrMapping/>
  </p:clrMapOvr>
  <p:extLst>
    <p:ext uri="{DCECCB84-F9BA-43D5-87BE-67443E8EF086}">
      <p15:sldGuideLst xmlns:p15="http://schemas.microsoft.com/office/powerpoint/2012/main"/>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23C23C4-8C67-4A3B-AF06-96D3C6B4B6E5}"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2D7ADE46-BC5E-4CF0-A652-DEEBD380AB6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845866888"/>
      </p:ext>
    </p:extLst>
  </p:cSld>
  <p:clrMapOvr>
    <a:masterClrMapping/>
  </p:clrMapOvr>
  <p:extLst>
    <p:ext uri="{DCECCB84-F9BA-43D5-87BE-67443E8EF086}">
      <p15:sldGuideLst xmlns:p15="http://schemas.microsoft.com/office/powerpoint/2012/main"/>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473370-D33F-4580-9E77-0D68F948CC0D}"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
        <p:nvSpPr>
          <p:cNvPr id="13" name="Slide Number Placeholder 5">
            <a:extLst>
              <a:ext uri="{FF2B5EF4-FFF2-40B4-BE49-F238E27FC236}">
                <a16:creationId xmlns:a16="http://schemas.microsoft.com/office/drawing/2014/main" id="{11AD4B49-588B-4FA0-AB7E-1A35BB2C644B}"/>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605891243"/>
      </p:ext>
    </p:extLst>
  </p:cSld>
  <p:clrMapOvr>
    <a:masterClrMapping/>
  </p:clrMapOvr>
  <p:extLst>
    <p:ext uri="{DCECCB84-F9BA-43D5-87BE-67443E8EF086}">
      <p15:sldGuideLst xmlns:p15="http://schemas.microsoft.com/office/powerpoint/2012/main"/>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EE01433-7EEF-4024-88EE-CB2DC19F1607}"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A7D7A479-4D38-43A0-BAB1-00DE90D031CD}"/>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591389218"/>
      </p:ext>
    </p:extLst>
  </p:cSld>
  <p:clrMapOvr>
    <a:masterClrMapping/>
  </p:clrMapOvr>
  <p:extLst>
    <p:ext uri="{DCECCB84-F9BA-43D5-87BE-67443E8EF086}">
      <p15:sldGuideLst xmlns:p15="http://schemas.microsoft.com/office/powerpoint/2012/main"/>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NL"/>
              <a:t>Titel</a:t>
            </a:r>
            <a:endParaRPr lang="en-US" dirty="0"/>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E99CC0C-3257-4B8B-B3CB-FC614266FAB8}"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D71E88DA-619D-423F-AE47-6EC96B62FB4C}"/>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280927994"/>
      </p:ext>
    </p:extLst>
  </p:cSld>
  <p:clrMapOvr>
    <a:masterClrMapping/>
  </p:clrMapOvr>
  <p:extLst>
    <p:ext uri="{DCECCB84-F9BA-43D5-87BE-67443E8EF086}">
      <p15:sldGuideLst xmlns:p15="http://schemas.microsoft.com/office/powerpoint/2012/main"/>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55AB069-8D40-41C7-9C95-5EBC08464299}"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5" name="Slide Number Placeholder 5">
            <a:extLst>
              <a:ext uri="{FF2B5EF4-FFF2-40B4-BE49-F238E27FC236}">
                <a16:creationId xmlns:a16="http://schemas.microsoft.com/office/drawing/2014/main" id="{373E7580-50F0-4BA7-B9B0-F25DEFBE5C93}"/>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258748530"/>
      </p:ext>
    </p:extLst>
  </p:cSld>
  <p:clrMapOvr>
    <a:masterClrMapping/>
  </p:clrMapOvr>
  <p:extLst>
    <p:ext uri="{DCECCB84-F9BA-43D5-87BE-67443E8EF086}">
      <p15:sldGuideLst xmlns:p15="http://schemas.microsoft.com/office/powerpoint/2012/main"/>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01FADC31-DF19-4E82-B9A1-1709377CF91C}"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26" name="Slide Number Placeholder 5">
            <a:extLst>
              <a:ext uri="{FF2B5EF4-FFF2-40B4-BE49-F238E27FC236}">
                <a16:creationId xmlns:a16="http://schemas.microsoft.com/office/drawing/2014/main" id="{B322D117-B4F5-4509-AFFC-9390DA3CF0C5}"/>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888011576"/>
      </p:ext>
    </p:extLst>
  </p:cSld>
  <p:clrMapOvr>
    <a:masterClrMapping/>
  </p:clrMapOvr>
  <p:extLst>
    <p:ext uri="{DCECCB84-F9BA-43D5-87BE-67443E8EF086}">
      <p15:sldGuideLst xmlns:p15="http://schemas.microsoft.com/office/powerpoint/2012/main"/>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40578E3-E413-4EDA-919A-E711947C5525}" type="datetime1">
              <a:rPr lang="en-US" smtClean="0"/>
              <a:t>11/7/2024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28" name="Slide Number Placeholder 5">
            <a:extLst>
              <a:ext uri="{FF2B5EF4-FFF2-40B4-BE49-F238E27FC236}">
                <a16:creationId xmlns:a16="http://schemas.microsoft.com/office/drawing/2014/main" id="{C4CEE009-8E85-4C17-8940-2ECFA7416A87}"/>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3298399701"/>
      </p:ext>
    </p:extLst>
  </p:cSld>
  <p:clrMapOvr>
    <a:masterClrMapping/>
  </p:clrMapOvr>
  <p:extLst>
    <p:ext uri="{DCECCB84-F9BA-43D5-87BE-67443E8EF086}">
      <p15:sldGuideLst xmlns:p15="http://schemas.microsoft.com/office/powerpoint/2012/main"/>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902AF8F-BED1-496F-9592-5DAFC0AB6509}" type="datetime1">
              <a:rPr lang="en-US" smtClean="0"/>
              <a:t>11/7/2024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0B746D04-F8B5-4633-8AF7-A2B6C0815590}"/>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145390681"/>
      </p:ext>
    </p:extLst>
  </p:cSld>
  <p:clrMapOvr>
    <a:masterClrMapping/>
  </p:clrMapOvr>
  <p:extLst>
    <p:ext uri="{DCECCB84-F9BA-43D5-87BE-67443E8EF086}">
      <p15:sldGuideLst xmlns:p15="http://schemas.microsoft.com/office/powerpoint/2012/main"/>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CDC8FCE1-8277-4F98-941D-9725904A7544}" type="datetime1">
              <a:rPr lang="en-US" smtClean="0"/>
              <a:t>11/7/2024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BB1B3D76-87F5-4241-8BC7-B14883BF9BD9}"/>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29027203"/>
      </p:ext>
    </p:extLst>
  </p:cSld>
  <p:clrMapOvr>
    <a:masterClrMapping/>
  </p:clrMapOvr>
  <p:extLst>
    <p:ext uri="{DCECCB84-F9BA-43D5-87BE-67443E8EF086}">
      <p15:sldGuideLst xmlns:p15="http://schemas.microsoft.com/office/powerpoint/2012/main"/>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CA637D1B-2350-4E66-888C-D6455256F990}" type="datetime1">
              <a:rPr lang="en-US" smtClean="0"/>
              <a:t>11/7/2024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7FE107D6-62B0-4C84-B71F-6083B8886F2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766994925"/>
      </p:ext>
    </p:extLst>
  </p:cSld>
  <p:clrMapOvr>
    <a:masterClrMapping/>
  </p:clrMapOvr>
  <p:extLst>
    <p:ext uri="{DCECCB84-F9BA-43D5-87BE-67443E8EF086}">
      <p15:sldGuideLst xmlns:p15="http://schemas.microsoft.com/office/powerpoint/2012/main"/>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6BFC5FE-F283-4942-B53A-F72EF2538FA5}" type="datetime1">
              <a:rPr lang="en-US" smtClean="0"/>
              <a:t>11/7/2024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C622672D-881A-46AD-85C1-7DDEFA005E4F}"/>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375719772"/>
      </p:ext>
    </p:extLst>
  </p:cSld>
  <p:clrMapOvr>
    <a:masterClrMapping/>
  </p:clrMapOvr>
  <p:extLst>
    <p:ext uri="{DCECCB84-F9BA-43D5-87BE-67443E8EF086}">
      <p15:sldGuideLst xmlns:p15="http://schemas.microsoft.com/office/powerpoint/2012/main"/>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06B12BF-766E-4014-83A5-42CE40DCD2F1}" type="datetime1">
              <a:rPr lang="en-US" smtClean="0"/>
              <a:t>11/7/2024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D298E6EB-9C9F-42C7-9A88-763E9F891878}"/>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641883746"/>
      </p:ext>
    </p:extLst>
  </p:cSld>
  <p:clrMapOvr>
    <a:masterClrMapping/>
  </p:clrMapOvr>
  <p:extLst>
    <p:ext uri="{DCECCB84-F9BA-43D5-87BE-67443E8EF086}">
      <p15:sldGuideLst xmlns:p15="http://schemas.microsoft.com/office/powerpoint/2012/main"/>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47627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18" Type="http://schemas.openxmlformats.org/officeDocument/2006/relationships/slideLayout" Target="../slideLayouts/slideLayout44.xml"/><Relationship Id="rId26" Type="http://schemas.openxmlformats.org/officeDocument/2006/relationships/slideLayout" Target="../slideLayouts/slideLayout52.xml"/><Relationship Id="rId3" Type="http://schemas.openxmlformats.org/officeDocument/2006/relationships/slideLayout" Target="../slideLayouts/slideLayout29.xml"/><Relationship Id="rId21" Type="http://schemas.openxmlformats.org/officeDocument/2006/relationships/slideLayout" Target="../slideLayouts/slideLayout47.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17" Type="http://schemas.openxmlformats.org/officeDocument/2006/relationships/slideLayout" Target="../slideLayouts/slideLayout43.xml"/><Relationship Id="rId25" Type="http://schemas.openxmlformats.org/officeDocument/2006/relationships/slideLayout" Target="../slideLayouts/slideLayout51.xml"/><Relationship Id="rId2" Type="http://schemas.openxmlformats.org/officeDocument/2006/relationships/slideLayout" Target="../slideLayouts/slideLayout28.xml"/><Relationship Id="rId16" Type="http://schemas.openxmlformats.org/officeDocument/2006/relationships/slideLayout" Target="../slideLayouts/slideLayout42.xml"/><Relationship Id="rId20" Type="http://schemas.openxmlformats.org/officeDocument/2006/relationships/slideLayout" Target="../slideLayouts/slideLayout46.xml"/><Relationship Id="rId29" Type="http://schemas.openxmlformats.org/officeDocument/2006/relationships/image" Target="../media/image14.svg"/><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24" Type="http://schemas.openxmlformats.org/officeDocument/2006/relationships/slideLayout" Target="../slideLayouts/slideLayout50.xml"/><Relationship Id="rId5" Type="http://schemas.openxmlformats.org/officeDocument/2006/relationships/slideLayout" Target="../slideLayouts/slideLayout31.xml"/><Relationship Id="rId15" Type="http://schemas.openxmlformats.org/officeDocument/2006/relationships/slideLayout" Target="../slideLayouts/slideLayout41.xml"/><Relationship Id="rId23" Type="http://schemas.openxmlformats.org/officeDocument/2006/relationships/slideLayout" Target="../slideLayouts/slideLayout49.xml"/><Relationship Id="rId28" Type="http://schemas.openxmlformats.org/officeDocument/2006/relationships/image" Target="../media/image13.png"/><Relationship Id="rId10" Type="http://schemas.openxmlformats.org/officeDocument/2006/relationships/slideLayout" Target="../slideLayouts/slideLayout36.xml"/><Relationship Id="rId19" Type="http://schemas.openxmlformats.org/officeDocument/2006/relationships/slideLayout" Target="../slideLayouts/slideLayout45.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 Id="rId22" Type="http://schemas.openxmlformats.org/officeDocument/2006/relationships/slideLayout" Target="../slideLayouts/slideLayout48.xml"/><Relationship Id="rId27"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0.xml"/><Relationship Id="rId13" Type="http://schemas.openxmlformats.org/officeDocument/2006/relationships/slideLayout" Target="../slideLayouts/slideLayout65.xml"/><Relationship Id="rId18" Type="http://schemas.openxmlformats.org/officeDocument/2006/relationships/slideLayout" Target="../slideLayouts/slideLayout70.xml"/><Relationship Id="rId26" Type="http://schemas.openxmlformats.org/officeDocument/2006/relationships/slideLayout" Target="../slideLayouts/slideLayout78.xml"/><Relationship Id="rId3" Type="http://schemas.openxmlformats.org/officeDocument/2006/relationships/slideLayout" Target="../slideLayouts/slideLayout55.xml"/><Relationship Id="rId21" Type="http://schemas.openxmlformats.org/officeDocument/2006/relationships/slideLayout" Target="../slideLayouts/slideLayout73.xml"/><Relationship Id="rId7" Type="http://schemas.openxmlformats.org/officeDocument/2006/relationships/slideLayout" Target="../slideLayouts/slideLayout59.xml"/><Relationship Id="rId12" Type="http://schemas.openxmlformats.org/officeDocument/2006/relationships/slideLayout" Target="../slideLayouts/slideLayout64.xml"/><Relationship Id="rId17" Type="http://schemas.openxmlformats.org/officeDocument/2006/relationships/slideLayout" Target="../slideLayouts/slideLayout69.xml"/><Relationship Id="rId25" Type="http://schemas.openxmlformats.org/officeDocument/2006/relationships/slideLayout" Target="../slideLayouts/slideLayout77.xml"/><Relationship Id="rId2" Type="http://schemas.openxmlformats.org/officeDocument/2006/relationships/slideLayout" Target="../slideLayouts/slideLayout54.xml"/><Relationship Id="rId16" Type="http://schemas.openxmlformats.org/officeDocument/2006/relationships/slideLayout" Target="../slideLayouts/slideLayout68.xml"/><Relationship Id="rId20" Type="http://schemas.openxmlformats.org/officeDocument/2006/relationships/slideLayout" Target="../slideLayouts/slideLayout72.xml"/><Relationship Id="rId29" Type="http://schemas.openxmlformats.org/officeDocument/2006/relationships/image" Target="../media/image14.svg"/><Relationship Id="rId1" Type="http://schemas.openxmlformats.org/officeDocument/2006/relationships/slideLayout" Target="../slideLayouts/slideLayout53.xml"/><Relationship Id="rId6" Type="http://schemas.openxmlformats.org/officeDocument/2006/relationships/slideLayout" Target="../slideLayouts/slideLayout58.xml"/><Relationship Id="rId11" Type="http://schemas.openxmlformats.org/officeDocument/2006/relationships/slideLayout" Target="../slideLayouts/slideLayout63.xml"/><Relationship Id="rId24" Type="http://schemas.openxmlformats.org/officeDocument/2006/relationships/slideLayout" Target="../slideLayouts/slideLayout76.xml"/><Relationship Id="rId5" Type="http://schemas.openxmlformats.org/officeDocument/2006/relationships/slideLayout" Target="../slideLayouts/slideLayout57.xml"/><Relationship Id="rId15" Type="http://schemas.openxmlformats.org/officeDocument/2006/relationships/slideLayout" Target="../slideLayouts/slideLayout67.xml"/><Relationship Id="rId23" Type="http://schemas.openxmlformats.org/officeDocument/2006/relationships/slideLayout" Target="../slideLayouts/slideLayout75.xml"/><Relationship Id="rId28" Type="http://schemas.openxmlformats.org/officeDocument/2006/relationships/image" Target="../media/image13.png"/><Relationship Id="rId10" Type="http://schemas.openxmlformats.org/officeDocument/2006/relationships/slideLayout" Target="../slideLayouts/slideLayout62.xml"/><Relationship Id="rId19" Type="http://schemas.openxmlformats.org/officeDocument/2006/relationships/slideLayout" Target="../slideLayouts/slideLayout71.xml"/><Relationship Id="rId4" Type="http://schemas.openxmlformats.org/officeDocument/2006/relationships/slideLayout" Target="../slideLayouts/slideLayout56.xml"/><Relationship Id="rId9" Type="http://schemas.openxmlformats.org/officeDocument/2006/relationships/slideLayout" Target="../slideLayouts/slideLayout61.xml"/><Relationship Id="rId14" Type="http://schemas.openxmlformats.org/officeDocument/2006/relationships/slideLayout" Target="../slideLayouts/slideLayout66.xml"/><Relationship Id="rId22" Type="http://schemas.openxmlformats.org/officeDocument/2006/relationships/slideLayout" Target="../slideLayouts/slideLayout74.xml"/><Relationship Id="rId27"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6" name="balk onderaan">
            <a:extLst>
              <a:ext uri="{FF2B5EF4-FFF2-40B4-BE49-F238E27FC236}">
                <a16:creationId xmlns:a16="http://schemas.microsoft.com/office/drawing/2014/main" id="{FC71E187-E4DA-41C1-93D3-90841C153AB8}"/>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noProof="0"/>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nl-BE"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50C8E215-5F44-451C-BA9C-4DA6C9B8BA97}" type="datetime1">
              <a:rPr lang="en-US" noProof="0" smtClean="0"/>
              <a:t>11/7/2024</a:t>
            </a:fld>
            <a:endParaRPr lang="nl-BE" noProof="0"/>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noProof="0" smtClean="0"/>
              <a:t>‹#›</a:t>
            </a:fld>
            <a:endParaRPr lang="nl-BE" noProof="0"/>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Afbeelding 314">
            <a:extLst>
              <a:ext uri="{FF2B5EF4-FFF2-40B4-BE49-F238E27FC236}">
                <a16:creationId xmlns:a16="http://schemas.microsoft.com/office/drawing/2014/main" id="{3BF46849-40DA-4360-9135-DC7B3200D2D2}"/>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15988887" y="9145588"/>
            <a:ext cx="1841761" cy="943903"/>
          </a:xfrm>
          <a:prstGeom prst="rect">
            <a:avLst/>
          </a:prstGeom>
        </p:spPr>
      </p:pic>
    </p:spTree>
    <p:extLst>
      <p:ext uri="{BB962C8B-B14F-4D97-AF65-F5344CB8AC3E}">
        <p14:creationId xmlns:p14="http://schemas.microsoft.com/office/powerpoint/2010/main" val="2587856834"/>
      </p:ext>
    </p:extLst>
  </p:cSld>
  <p:clrMap bg1="lt1" tx1="dk1" bg2="lt2" tx2="dk2" accent1="accent1" accent2="accent2" accent3="accent3" accent4="accent4" accent5="accent5" accent6="accent6" hlink="hlink" folHlink="folHlink"/>
  <p:sldLayoutIdLst>
    <p:sldLayoutId id="2147483707" r:id="rId1"/>
    <p:sldLayoutId id="2147483673" r:id="rId2"/>
    <p:sldLayoutId id="2147483686" r:id="rId3"/>
    <p:sldLayoutId id="2147483708" r:id="rId4"/>
    <p:sldLayoutId id="2147483709" r:id="rId5"/>
    <p:sldLayoutId id="2147483684" r:id="rId6"/>
    <p:sldLayoutId id="2147483696" r:id="rId7"/>
    <p:sldLayoutId id="2147483688" r:id="rId8"/>
    <p:sldLayoutId id="2147483706" r:id="rId9"/>
    <p:sldLayoutId id="2147483697" r:id="rId10"/>
    <p:sldLayoutId id="2147483703" r:id="rId11"/>
    <p:sldLayoutId id="2147483687" r:id="rId12"/>
    <p:sldLayoutId id="2147483702" r:id="rId13"/>
    <p:sldLayoutId id="2147483693" r:id="rId14"/>
    <p:sldLayoutId id="2147483705" r:id="rId15"/>
    <p:sldLayoutId id="2147483698" r:id="rId16"/>
    <p:sldLayoutId id="2147483694" r:id="rId17"/>
    <p:sldLayoutId id="2147483699" r:id="rId18"/>
    <p:sldLayoutId id="2147483695" r:id="rId19"/>
    <p:sldLayoutId id="2147483700" r:id="rId20"/>
    <p:sldLayoutId id="2147483691" r:id="rId21"/>
    <p:sldLayoutId id="2147483704" r:id="rId22"/>
    <p:sldLayoutId id="2147483689" r:id="rId23"/>
    <p:sldLayoutId id="2147483692" r:id="rId24"/>
    <p:sldLayoutId id="2147483685" r:id="rId25"/>
    <p:sldLayoutId id="2147483764"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userDrawn="1">
          <p15:clr>
            <a:srgbClr val="5ACBF0"/>
          </p15:clr>
        </p15:guide>
        <p15:guide id="2" pos="11094" userDrawn="1">
          <p15:clr>
            <a:srgbClr val="5ACBF0"/>
          </p15:clr>
        </p15:guide>
        <p15:guide id="3" pos="5877" userDrawn="1">
          <p15:clr>
            <a:srgbClr val="5ACBF0"/>
          </p15:clr>
        </p15:guide>
        <p15:guide id="4" orient="horz" pos="1475" userDrawn="1">
          <p15:clr>
            <a:srgbClr val="5ACBF0"/>
          </p15:clr>
        </p15:guide>
        <p15:guide id="5" orient="horz" pos="5327" userDrawn="1">
          <p15:clr>
            <a:srgbClr val="5ACBF0"/>
          </p15:clr>
        </p15:guide>
        <p15:guide id="6" orient="horz" pos="5765" userDrawn="1">
          <p15:clr>
            <a:srgbClr val="5ACBF0"/>
          </p15:clr>
        </p15:guide>
        <p15:guide id="7" orient="horz" pos="1037" userDrawn="1">
          <p15:clr>
            <a:srgbClr val="5ACBF0"/>
          </p15:clr>
        </p15:guide>
        <p15:guide id="8" orient="horz" pos="3392"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6" name="balk onderaan">
            <a:extLst>
              <a:ext uri="{FF2B5EF4-FFF2-40B4-BE49-F238E27FC236}">
                <a16:creationId xmlns:a16="http://schemas.microsoft.com/office/drawing/2014/main" id="{FDF2FF41-9D14-4CCF-A57E-BD51DB27A649}"/>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en-GB"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DD5E9B05-860A-4510-8E32-7CD4C27F778B}" type="datetime1">
              <a:rPr lang="en-US" smtClean="0"/>
              <a:t>11/7/2024</a:t>
            </a:fld>
            <a:endParaRPr lang="nl-BE"/>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a:t>AI Applied maths - Introduction to the course</a:t>
            </a:r>
            <a:endParaRPr lang="nl-BE" dirty="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smtClean="0"/>
              <a:t>‹#›</a:t>
            </a:fld>
            <a:endParaRPr lang="nl-BE"/>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Graphic 314">
            <a:extLst>
              <a:ext uri="{FF2B5EF4-FFF2-40B4-BE49-F238E27FC236}">
                <a16:creationId xmlns:a16="http://schemas.microsoft.com/office/drawing/2014/main" id="{F02C931F-5CA2-4951-9406-1794839C7F32}"/>
              </a:ext>
            </a:extLst>
          </p:cNvPr>
          <p:cNvPicPr>
            <a:picLocks noChangeAspect="1"/>
          </p:cNvPicPr>
          <p:nvPr userDrawn="1"/>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15991268" y="9146698"/>
            <a:ext cx="1841920" cy="943902"/>
          </a:xfrm>
          <a:prstGeom prst="rect">
            <a:avLst/>
          </a:prstGeom>
        </p:spPr>
      </p:pic>
    </p:spTree>
    <p:extLst>
      <p:ext uri="{BB962C8B-B14F-4D97-AF65-F5344CB8AC3E}">
        <p14:creationId xmlns:p14="http://schemas.microsoft.com/office/powerpoint/2010/main" val="4172784495"/>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 id="2147483725" r:id="rId15"/>
    <p:sldLayoutId id="2147483726" r:id="rId16"/>
    <p:sldLayoutId id="2147483727" r:id="rId17"/>
    <p:sldLayoutId id="2147483728" r:id="rId18"/>
    <p:sldLayoutId id="2147483729" r:id="rId19"/>
    <p:sldLayoutId id="2147483730" r:id="rId20"/>
    <p:sldLayoutId id="2147483731" r:id="rId21"/>
    <p:sldLayoutId id="2147483732" r:id="rId22"/>
    <p:sldLayoutId id="2147483733" r:id="rId23"/>
    <p:sldLayoutId id="2147483734" r:id="rId24"/>
    <p:sldLayoutId id="2147483735" r:id="rId25"/>
    <p:sldLayoutId id="2147483762"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p15:clr>
            <a:srgbClr val="5ACBF0"/>
          </p15:clr>
        </p15:guide>
        <p15:guide id="2" pos="11094">
          <p15:clr>
            <a:srgbClr val="5ACBF0"/>
          </p15:clr>
        </p15:guide>
        <p15:guide id="3" pos="5877">
          <p15:clr>
            <a:srgbClr val="5ACBF0"/>
          </p15:clr>
        </p15:guide>
        <p15:guide id="4" orient="horz" pos="1475">
          <p15:clr>
            <a:srgbClr val="5ACBF0"/>
          </p15:clr>
        </p15:guide>
        <p15:guide id="5" orient="horz" pos="5327">
          <p15:clr>
            <a:srgbClr val="5ACBF0"/>
          </p15:clr>
        </p15:guide>
        <p15:guide id="6" orient="horz" pos="5765">
          <p15:clr>
            <a:srgbClr val="5ACBF0"/>
          </p15:clr>
        </p15:guide>
        <p15:guide id="7" orient="horz" pos="1037">
          <p15:clr>
            <a:srgbClr val="5ACBF0"/>
          </p15:clr>
        </p15:guide>
        <p15:guide id="8" orient="horz" pos="33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8" name="balk onderaan">
            <a:extLst>
              <a:ext uri="{FF2B5EF4-FFF2-40B4-BE49-F238E27FC236}">
                <a16:creationId xmlns:a16="http://schemas.microsoft.com/office/drawing/2014/main" id="{1C347D43-E018-4735-A7B3-BBD71DCA569C}"/>
              </a:ext>
            </a:extLst>
          </p:cNvPr>
          <p:cNvSpPr/>
          <p:nvPr userDrawn="1"/>
        </p:nvSpPr>
        <p:spPr>
          <a:xfrm>
            <a:off x="-5644" y="9306131"/>
            <a:ext cx="13481537" cy="552245"/>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 name="connsiteX0" fmla="*/ 0 w 15988888"/>
              <a:gd name="connsiteY0" fmla="*/ 547482 h 548274"/>
              <a:gd name="connsiteX1" fmla="*/ 2507456 w 15988888"/>
              <a:gd name="connsiteY1" fmla="*/ 2176 h 548274"/>
              <a:gd name="connsiteX2" fmla="*/ 15802408 w 15988888"/>
              <a:gd name="connsiteY2" fmla="*/ 586 h 548274"/>
              <a:gd name="connsiteX3" fmla="*/ 15988888 w 15988888"/>
              <a:gd name="connsiteY3" fmla="*/ 0 h 548274"/>
              <a:gd name="connsiteX4" fmla="*/ 15802408 w 15988888"/>
              <a:gd name="connsiteY4" fmla="*/ 548274 h 548274"/>
              <a:gd name="connsiteX5" fmla="*/ 0 w 15988888"/>
              <a:gd name="connsiteY5" fmla="*/ 547482 h 548274"/>
              <a:gd name="connsiteX0" fmla="*/ 7196 w 13481484"/>
              <a:gd name="connsiteY0" fmla="*/ 549864 h 549864"/>
              <a:gd name="connsiteX1" fmla="*/ 52 w 13481484"/>
              <a:gd name="connsiteY1" fmla="*/ 2176 h 549864"/>
              <a:gd name="connsiteX2" fmla="*/ 13295004 w 13481484"/>
              <a:gd name="connsiteY2" fmla="*/ 586 h 549864"/>
              <a:gd name="connsiteX3" fmla="*/ 13481484 w 13481484"/>
              <a:gd name="connsiteY3" fmla="*/ 0 h 549864"/>
              <a:gd name="connsiteX4" fmla="*/ 13295004 w 13481484"/>
              <a:gd name="connsiteY4" fmla="*/ 548274 h 549864"/>
              <a:gd name="connsiteX5" fmla="*/ 7196 w 13481484"/>
              <a:gd name="connsiteY5" fmla="*/ 549864 h 549864"/>
              <a:gd name="connsiteX0" fmla="*/ 7196 w 13481484"/>
              <a:gd name="connsiteY0" fmla="*/ 549864 h 549864"/>
              <a:gd name="connsiteX1" fmla="*/ 52 w 13481484"/>
              <a:gd name="connsiteY1" fmla="*/ 2176 h 549864"/>
              <a:gd name="connsiteX2" fmla="*/ 13295004 w 13481484"/>
              <a:gd name="connsiteY2" fmla="*/ 586 h 549864"/>
              <a:gd name="connsiteX3" fmla="*/ 13481484 w 13481484"/>
              <a:gd name="connsiteY3" fmla="*/ 0 h 549864"/>
              <a:gd name="connsiteX4" fmla="*/ 13295004 w 13481484"/>
              <a:gd name="connsiteY4" fmla="*/ 548274 h 549864"/>
              <a:gd name="connsiteX5" fmla="*/ 4394234 w 13481484"/>
              <a:gd name="connsiteY5" fmla="*/ 549863 h 549864"/>
              <a:gd name="connsiteX6" fmla="*/ 7196 w 13481484"/>
              <a:gd name="connsiteY6" fmla="*/ 549864 h 549864"/>
              <a:gd name="connsiteX0" fmla="*/ 2486 w 13481537"/>
              <a:gd name="connsiteY0" fmla="*/ 552245 h 552245"/>
              <a:gd name="connsiteX1" fmla="*/ 105 w 13481537"/>
              <a:gd name="connsiteY1" fmla="*/ 2176 h 552245"/>
              <a:gd name="connsiteX2" fmla="*/ 13295057 w 13481537"/>
              <a:gd name="connsiteY2" fmla="*/ 586 h 552245"/>
              <a:gd name="connsiteX3" fmla="*/ 13481537 w 13481537"/>
              <a:gd name="connsiteY3" fmla="*/ 0 h 552245"/>
              <a:gd name="connsiteX4" fmla="*/ 13295057 w 13481537"/>
              <a:gd name="connsiteY4" fmla="*/ 548274 h 552245"/>
              <a:gd name="connsiteX5" fmla="*/ 4394287 w 13481537"/>
              <a:gd name="connsiteY5" fmla="*/ 549863 h 552245"/>
              <a:gd name="connsiteX6" fmla="*/ 2486 w 13481537"/>
              <a:gd name="connsiteY6" fmla="*/ 552245 h 552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481537" h="552245">
                <a:moveTo>
                  <a:pt x="2486" y="552245"/>
                </a:moveTo>
                <a:cubicBezTo>
                  <a:pt x="3280" y="369682"/>
                  <a:pt x="-689" y="184739"/>
                  <a:pt x="105" y="2176"/>
                </a:cubicBezTo>
                <a:lnTo>
                  <a:pt x="13295057" y="586"/>
                </a:lnTo>
                <a:lnTo>
                  <a:pt x="13481537" y="0"/>
                </a:lnTo>
                <a:lnTo>
                  <a:pt x="13295057" y="548274"/>
                </a:lnTo>
                <a:lnTo>
                  <a:pt x="4394287" y="549863"/>
                </a:lnTo>
                <a:lnTo>
                  <a:pt x="2486" y="552245"/>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highlight>
                <a:srgbClr val="FFFF00"/>
              </a:highlight>
            </a:endParaRPr>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nl-BE"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4B13216C-F497-49AA-BEA6-B741E2AD5D8B}" type="datetime1">
              <a:rPr lang="en-US" smtClean="0"/>
              <a:t>11/7/2024</a:t>
            </a:fld>
            <a:endParaRPr lang="nl-BE" dirty="0"/>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a:t>AI Applied maths - Introduction to the course</a:t>
            </a:r>
            <a:endParaRPr lang="nl-BE" dirty="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smtClean="0"/>
              <a:t>‹#›</a:t>
            </a:fld>
            <a:endParaRPr lang="nl-BE" dirty="0"/>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Graphic 314">
            <a:extLst>
              <a:ext uri="{FF2B5EF4-FFF2-40B4-BE49-F238E27FC236}">
                <a16:creationId xmlns:a16="http://schemas.microsoft.com/office/drawing/2014/main" id="{F02C931F-5CA2-4951-9406-1794839C7F32}"/>
              </a:ext>
            </a:extLst>
          </p:cNvPr>
          <p:cNvPicPr>
            <a:picLocks noChangeAspect="1"/>
          </p:cNvPicPr>
          <p:nvPr userDrawn="1"/>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15991268" y="9146698"/>
            <a:ext cx="1841920" cy="943902"/>
          </a:xfrm>
          <a:prstGeom prst="rect">
            <a:avLst/>
          </a:prstGeom>
        </p:spPr>
      </p:pic>
      <p:sp>
        <p:nvSpPr>
          <p:cNvPr id="155" name="Rechthoek 154">
            <a:extLst>
              <a:ext uri="{FF2B5EF4-FFF2-40B4-BE49-F238E27FC236}">
                <a16:creationId xmlns:a16="http://schemas.microsoft.com/office/drawing/2014/main" id="{3006AA6B-15EB-4DBD-8F12-1BA7B403185D}"/>
              </a:ext>
            </a:extLst>
          </p:cNvPr>
          <p:cNvSpPr/>
          <p:nvPr userDrawn="1"/>
        </p:nvSpPr>
        <p:spPr>
          <a:xfrm>
            <a:off x="13857675" y="9308422"/>
            <a:ext cx="1714500" cy="54768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err="1"/>
              <a:t>Plaats</a:t>
            </a:r>
            <a:r>
              <a:rPr lang="en-US" sz="1100" dirty="0"/>
              <a:t> logo </a:t>
            </a:r>
            <a:r>
              <a:rPr lang="en-US" sz="1100" dirty="0" err="1"/>
              <a:t>hier</a:t>
            </a:r>
            <a:r>
              <a:rPr lang="en-US" sz="1100" dirty="0"/>
              <a:t> in het </a:t>
            </a:r>
            <a:r>
              <a:rPr lang="en-US" sz="1100" dirty="0" err="1"/>
              <a:t>diamodel</a:t>
            </a:r>
            <a:endParaRPr lang="nl-BE" sz="1100" dirty="0"/>
          </a:p>
        </p:txBody>
      </p:sp>
    </p:spTree>
    <p:extLst>
      <p:ext uri="{BB962C8B-B14F-4D97-AF65-F5344CB8AC3E}">
        <p14:creationId xmlns:p14="http://schemas.microsoft.com/office/powerpoint/2010/main" val="3064038114"/>
      </p:ext>
    </p:extLst>
  </p:cSld>
  <p:clrMap bg1="lt1" tx1="dk1" bg2="lt2" tx2="dk2" accent1="accent1" accent2="accent2" accent3="accent3" accent4="accent4" accent5="accent5" accent6="accent6" hlink="hlink" folHlink="folHlink"/>
  <p:sldLayoutIdLst>
    <p:sldLayoutId id="2147483737" r:id="rId1"/>
    <p:sldLayoutId id="2147483739" r:id="rId2"/>
    <p:sldLayoutId id="2147483738" r:id="rId3"/>
    <p:sldLayoutId id="2147483740" r:id="rId4"/>
    <p:sldLayoutId id="2147483741" r:id="rId5"/>
    <p:sldLayoutId id="2147483742" r:id="rId6"/>
    <p:sldLayoutId id="2147483743" r:id="rId7"/>
    <p:sldLayoutId id="2147483744" r:id="rId8"/>
    <p:sldLayoutId id="2147483745" r:id="rId9"/>
    <p:sldLayoutId id="2147483746" r:id="rId10"/>
    <p:sldLayoutId id="2147483747" r:id="rId11"/>
    <p:sldLayoutId id="2147483748" r:id="rId12"/>
    <p:sldLayoutId id="2147483749" r:id="rId13"/>
    <p:sldLayoutId id="2147483750" r:id="rId14"/>
    <p:sldLayoutId id="2147483751" r:id="rId15"/>
    <p:sldLayoutId id="2147483752" r:id="rId16"/>
    <p:sldLayoutId id="2147483753" r:id="rId17"/>
    <p:sldLayoutId id="2147483754" r:id="rId18"/>
    <p:sldLayoutId id="2147483755" r:id="rId19"/>
    <p:sldLayoutId id="2147483756" r:id="rId20"/>
    <p:sldLayoutId id="2147483757" r:id="rId21"/>
    <p:sldLayoutId id="2147483758" r:id="rId22"/>
    <p:sldLayoutId id="2147483759" r:id="rId23"/>
    <p:sldLayoutId id="2147483760" r:id="rId24"/>
    <p:sldLayoutId id="2147483761" r:id="rId25"/>
    <p:sldLayoutId id="2147483763"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p15:clr>
            <a:srgbClr val="5ACBF0"/>
          </p15:clr>
        </p15:guide>
        <p15:guide id="2" pos="11094">
          <p15:clr>
            <a:srgbClr val="5ACBF0"/>
          </p15:clr>
        </p15:guide>
        <p15:guide id="3" pos="5877">
          <p15:clr>
            <a:srgbClr val="5ACBF0"/>
          </p15:clr>
        </p15:guide>
        <p15:guide id="4" orient="horz" pos="1475">
          <p15:clr>
            <a:srgbClr val="5ACBF0"/>
          </p15:clr>
        </p15:guide>
        <p15:guide id="5" orient="horz" pos="5327">
          <p15:clr>
            <a:srgbClr val="5ACBF0"/>
          </p15:clr>
        </p15:guide>
        <p15:guide id="6" orient="horz" pos="5765">
          <p15:clr>
            <a:srgbClr val="5ACBF0"/>
          </p15:clr>
        </p15:guide>
        <p15:guide id="7" orient="horz" pos="1037">
          <p15:clr>
            <a:srgbClr val="5ACBF0"/>
          </p15:clr>
        </p15:guide>
        <p15:guide id="8" orient="horz" pos="3392">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8.xml"/><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F7DFF-D181-42D4-181D-90FE2B42896D}"/>
              </a:ext>
            </a:extLst>
          </p:cNvPr>
          <p:cNvSpPr>
            <a:spLocks noGrp="1"/>
          </p:cNvSpPr>
          <p:nvPr>
            <p:ph type="ctrTitle"/>
          </p:nvPr>
        </p:nvSpPr>
        <p:spPr>
          <a:xfrm>
            <a:off x="4949922" y="4568511"/>
            <a:ext cx="12376786" cy="1149978"/>
          </a:xfrm>
        </p:spPr>
        <p:txBody>
          <a:bodyPr/>
          <a:lstStyle/>
          <a:p>
            <a:pPr algn="l"/>
            <a:r>
              <a:rPr lang="en-GB" dirty="0"/>
              <a:t>Virtual </a:t>
            </a:r>
            <a:r>
              <a:rPr lang="en-GB" dirty="0" err="1"/>
              <a:t>GlobeTrotter</a:t>
            </a:r>
            <a:endParaRPr lang="en-US" sz="2800" dirty="0"/>
          </a:p>
        </p:txBody>
      </p:sp>
      <p:sp>
        <p:nvSpPr>
          <p:cNvPr id="3" name="Subtitle 2">
            <a:extLst>
              <a:ext uri="{FF2B5EF4-FFF2-40B4-BE49-F238E27FC236}">
                <a16:creationId xmlns:a16="http://schemas.microsoft.com/office/drawing/2014/main" id="{DA6F397F-E896-1BE7-100B-E940321490F1}"/>
              </a:ext>
            </a:extLst>
          </p:cNvPr>
          <p:cNvSpPr>
            <a:spLocks noGrp="1"/>
          </p:cNvSpPr>
          <p:nvPr>
            <p:ph type="subTitle" idx="1"/>
          </p:nvPr>
        </p:nvSpPr>
        <p:spPr>
          <a:xfrm>
            <a:off x="14689455" y="7433309"/>
            <a:ext cx="12376786" cy="2483643"/>
          </a:xfrm>
        </p:spPr>
        <p:txBody>
          <a:bodyPr/>
          <a:lstStyle/>
          <a:p>
            <a:r>
              <a:rPr lang="en-US" dirty="0"/>
              <a:t>Ergo G3: </a:t>
            </a:r>
          </a:p>
          <a:p>
            <a:r>
              <a:rPr lang="en-US" dirty="0"/>
              <a:t>Viola Nguyen </a:t>
            </a:r>
          </a:p>
          <a:p>
            <a:r>
              <a:rPr lang="en-US" dirty="0" err="1"/>
              <a:t>Atvars</a:t>
            </a:r>
            <a:r>
              <a:rPr lang="en-US" dirty="0"/>
              <a:t> </a:t>
            </a:r>
            <a:r>
              <a:rPr lang="en-US" dirty="0" err="1"/>
              <a:t>Apinis</a:t>
            </a:r>
            <a:endParaRPr lang="en-US" dirty="0"/>
          </a:p>
          <a:p>
            <a:r>
              <a:rPr lang="en-US" dirty="0"/>
              <a:t>Isabelle Deslé</a:t>
            </a:r>
          </a:p>
          <a:p>
            <a:r>
              <a:rPr lang="en-US" sz="2800" dirty="0"/>
              <a:t>			</a:t>
            </a:r>
          </a:p>
          <a:p>
            <a:endParaRPr lang="nl-NL" dirty="0"/>
          </a:p>
          <a:p>
            <a:endParaRPr lang="en-US" dirty="0"/>
          </a:p>
        </p:txBody>
      </p:sp>
    </p:spTree>
    <p:extLst>
      <p:ext uri="{BB962C8B-B14F-4D97-AF65-F5344CB8AC3E}">
        <p14:creationId xmlns:p14="http://schemas.microsoft.com/office/powerpoint/2010/main" val="11234001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AC5DD-3CA4-C3F7-5470-9BEF1C3353D4}"/>
              </a:ext>
            </a:extLst>
          </p:cNvPr>
          <p:cNvSpPr>
            <a:spLocks noGrp="1"/>
          </p:cNvSpPr>
          <p:nvPr>
            <p:ph type="ctrTitle"/>
          </p:nvPr>
        </p:nvSpPr>
        <p:spPr/>
        <p:txBody>
          <a:bodyPr/>
          <a:lstStyle/>
          <a:p>
            <a:r>
              <a:rPr lang="nl-BE" dirty="0" err="1"/>
              <a:t>Table</a:t>
            </a:r>
            <a:r>
              <a:rPr lang="nl-BE" dirty="0"/>
              <a:t> of content</a:t>
            </a:r>
            <a:endParaRPr lang="en-US" dirty="0"/>
          </a:p>
        </p:txBody>
      </p:sp>
      <p:sp>
        <p:nvSpPr>
          <p:cNvPr id="3" name="Subtitle 2">
            <a:extLst>
              <a:ext uri="{FF2B5EF4-FFF2-40B4-BE49-F238E27FC236}">
                <a16:creationId xmlns:a16="http://schemas.microsoft.com/office/drawing/2014/main" id="{D9B96136-46A2-10E3-3E3D-CA5E42D3EA30}"/>
              </a:ext>
            </a:extLst>
          </p:cNvPr>
          <p:cNvSpPr>
            <a:spLocks noGrp="1"/>
          </p:cNvSpPr>
          <p:nvPr>
            <p:ph type="subTitle" idx="1"/>
          </p:nvPr>
        </p:nvSpPr>
        <p:spPr>
          <a:xfrm>
            <a:off x="4954136" y="3432788"/>
            <a:ext cx="12376786" cy="6659479"/>
          </a:xfrm>
        </p:spPr>
        <p:txBody>
          <a:bodyPr/>
          <a:lstStyle/>
          <a:p>
            <a:r>
              <a:rPr lang="en-GB" b="1" dirty="0"/>
              <a:t>Team Role distribution</a:t>
            </a:r>
          </a:p>
          <a:p>
            <a:r>
              <a:rPr lang="en-GB" b="1" dirty="0"/>
              <a:t>Project Description</a:t>
            </a:r>
          </a:p>
          <a:p>
            <a:r>
              <a:rPr lang="en-GB" b="1" dirty="0"/>
              <a:t>Story Points</a:t>
            </a:r>
          </a:p>
          <a:p>
            <a:r>
              <a:rPr lang="en-GB" b="1" dirty="0"/>
              <a:t>Technical Solution</a:t>
            </a:r>
          </a:p>
          <a:p>
            <a:r>
              <a:rPr lang="en-GB" b="1" dirty="0"/>
              <a:t>Trello</a:t>
            </a:r>
          </a:p>
          <a:p>
            <a:pPr lvl="1" algn="l"/>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buFont typeface="Arial" panose="020B0604020202020204" pitchFamily="34" charset="0"/>
              <a:buChar char="•"/>
            </a:pPr>
            <a:endParaRPr lang="en-GB" b="1" dirty="0"/>
          </a:p>
          <a:p>
            <a:pPr lvl="1"/>
            <a:endParaRPr lang="en-GB" b="1" dirty="0"/>
          </a:p>
          <a:p>
            <a:pPr lvl="1"/>
            <a:endParaRPr lang="en-GB" b="1"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38990626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B6C5E-0178-B5FE-1D05-75D49D8521A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ED60C94-988E-89D1-E3F6-00463D53BD8A}"/>
              </a:ext>
            </a:extLst>
          </p:cNvPr>
          <p:cNvSpPr>
            <a:spLocks noGrp="1"/>
          </p:cNvSpPr>
          <p:nvPr>
            <p:ph type="sldNum" sz="quarter" idx="12"/>
          </p:nvPr>
        </p:nvSpPr>
        <p:spPr/>
        <p:txBody>
          <a:bodyPr/>
          <a:lstStyle/>
          <a:p>
            <a:fld id="{B7527A74-2D87-4307-9531-5A57D9647EEB}" type="slidenum">
              <a:rPr lang="nl-BE" smtClean="0"/>
              <a:pPr/>
              <a:t>3</a:t>
            </a:fld>
            <a:endParaRPr lang="nl-BE"/>
          </a:p>
        </p:txBody>
      </p:sp>
      <p:sp>
        <p:nvSpPr>
          <p:cNvPr id="4" name="Title 3">
            <a:extLst>
              <a:ext uri="{FF2B5EF4-FFF2-40B4-BE49-F238E27FC236}">
                <a16:creationId xmlns:a16="http://schemas.microsoft.com/office/drawing/2014/main" id="{672DAD8B-0ABD-CFEB-3CE1-9F2A26BAC6D0}"/>
              </a:ext>
            </a:extLst>
          </p:cNvPr>
          <p:cNvSpPr>
            <a:spLocks noGrp="1"/>
          </p:cNvSpPr>
          <p:nvPr>
            <p:ph type="title"/>
          </p:nvPr>
        </p:nvSpPr>
        <p:spPr/>
        <p:txBody>
          <a:bodyPr/>
          <a:lstStyle/>
          <a:p>
            <a:r>
              <a:rPr lang="nl-BE" dirty="0"/>
              <a:t>Team </a:t>
            </a:r>
            <a:r>
              <a:rPr lang="nl-BE" dirty="0" err="1"/>
              <a:t>Role</a:t>
            </a:r>
            <a:r>
              <a:rPr lang="nl-BE" dirty="0"/>
              <a:t> Distribution</a:t>
            </a:r>
            <a:endParaRPr lang="en-US" dirty="0"/>
          </a:p>
        </p:txBody>
      </p:sp>
      <p:sp>
        <p:nvSpPr>
          <p:cNvPr id="5" name="Date Placeholder 4">
            <a:extLst>
              <a:ext uri="{FF2B5EF4-FFF2-40B4-BE49-F238E27FC236}">
                <a16:creationId xmlns:a16="http://schemas.microsoft.com/office/drawing/2014/main" id="{03126820-7F9B-41D1-1847-621AF61EDDD3}"/>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3D77B045-7D98-F3BA-F431-D5094AAA2059}"/>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graphicFrame>
        <p:nvGraphicFramePr>
          <p:cNvPr id="7" name="Table 6">
            <a:extLst>
              <a:ext uri="{FF2B5EF4-FFF2-40B4-BE49-F238E27FC236}">
                <a16:creationId xmlns:a16="http://schemas.microsoft.com/office/drawing/2014/main" id="{E381A0C2-3619-269E-68B3-41B09D916A76}"/>
              </a:ext>
            </a:extLst>
          </p:cNvPr>
          <p:cNvGraphicFramePr>
            <a:graphicFrameLocks noGrp="1"/>
          </p:cNvGraphicFramePr>
          <p:nvPr>
            <p:extLst>
              <p:ext uri="{D42A27DB-BD31-4B8C-83A1-F6EECF244321}">
                <p14:modId xmlns:p14="http://schemas.microsoft.com/office/powerpoint/2010/main" val="2154888979"/>
              </p:ext>
            </p:extLst>
          </p:nvPr>
        </p:nvGraphicFramePr>
        <p:xfrm>
          <a:off x="998692" y="2177448"/>
          <a:ext cx="16476507" cy="9271000"/>
        </p:xfrm>
        <a:graphic>
          <a:graphicData uri="http://schemas.openxmlformats.org/drawingml/2006/table">
            <a:tbl>
              <a:tblPr firstRow="1" bandRow="1">
                <a:tableStyleId>{5C22544A-7EE6-4342-B048-85BDC9FD1C3A}</a:tableStyleId>
              </a:tblPr>
              <a:tblGrid>
                <a:gridCol w="5492169">
                  <a:extLst>
                    <a:ext uri="{9D8B030D-6E8A-4147-A177-3AD203B41FA5}">
                      <a16:colId xmlns:a16="http://schemas.microsoft.com/office/drawing/2014/main" val="1373000918"/>
                    </a:ext>
                  </a:extLst>
                </a:gridCol>
                <a:gridCol w="5492169">
                  <a:extLst>
                    <a:ext uri="{9D8B030D-6E8A-4147-A177-3AD203B41FA5}">
                      <a16:colId xmlns:a16="http://schemas.microsoft.com/office/drawing/2014/main" val="4086320039"/>
                    </a:ext>
                  </a:extLst>
                </a:gridCol>
                <a:gridCol w="5492169">
                  <a:extLst>
                    <a:ext uri="{9D8B030D-6E8A-4147-A177-3AD203B41FA5}">
                      <a16:colId xmlns:a16="http://schemas.microsoft.com/office/drawing/2014/main" val="3944305718"/>
                    </a:ext>
                  </a:extLst>
                </a:gridCol>
              </a:tblGrid>
              <a:tr h="1440180">
                <a:tc>
                  <a:txBody>
                    <a:bodyPr/>
                    <a:lstStyle/>
                    <a:p>
                      <a:pPr algn="ctr"/>
                      <a:r>
                        <a:rPr lang="en-GB" sz="2700" b="1" kern="1200" dirty="0">
                          <a:solidFill>
                            <a:schemeClr val="tx1"/>
                          </a:solidFill>
                          <a:latin typeface="+mn-lt"/>
                          <a:ea typeface="+mn-ea"/>
                          <a:cs typeface="+mn-cs"/>
                        </a:rPr>
                        <a:t>Viola</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GB" sz="2700" b="1" kern="1200" dirty="0" err="1">
                          <a:solidFill>
                            <a:schemeClr val="tx1"/>
                          </a:solidFill>
                          <a:latin typeface="+mn-lt"/>
                          <a:ea typeface="+mn-ea"/>
                          <a:cs typeface="+mn-cs"/>
                        </a:rPr>
                        <a:t>Atvars</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algn="ctr" defTabSz="1371600" rtl="0" eaLnBrk="1" latinLnBrk="0" hangingPunct="1"/>
                      <a:r>
                        <a:rPr lang="en-GB" sz="2700" b="1" kern="1200" dirty="0">
                          <a:solidFill>
                            <a:schemeClr val="tx1"/>
                          </a:solidFill>
                          <a:latin typeface="+mn-lt"/>
                          <a:ea typeface="+mn-ea"/>
                          <a:cs typeface="+mn-cs"/>
                        </a:rPr>
                        <a:t>Isabelle</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4066188"/>
                  </a:ext>
                </a:extLst>
              </a:tr>
              <a:tr h="1440180">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4468152"/>
                  </a:ext>
                </a:extLst>
              </a:tr>
              <a:tr h="94996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0491156"/>
                  </a:ext>
                </a:extLst>
              </a:tr>
              <a:tr h="1440180">
                <a:tc>
                  <a:txBody>
                    <a:bodyPr/>
                    <a:lstStyle/>
                    <a:p>
                      <a:pPr algn="ctr"/>
                      <a:r>
                        <a:rPr lang="en-GB" dirty="0"/>
                        <a:t>Scrum Master </a:t>
                      </a:r>
                    </a:p>
                    <a:p>
                      <a:pPr algn="ctr"/>
                      <a:r>
                        <a:rPr lang="en-GB" dirty="0"/>
                        <a:t>API</a:t>
                      </a:r>
                    </a:p>
                    <a:p>
                      <a:pPr algn="ctr"/>
                      <a:r>
                        <a:rPr lang="en-GB" dirty="0"/>
                        <a:t>UI</a:t>
                      </a:r>
                    </a:p>
                    <a:p>
                      <a:pPr algn="ctr"/>
                      <a:r>
                        <a:rPr lang="en-GB" dirty="0"/>
                        <a:t>Trello</a:t>
                      </a:r>
                    </a:p>
                    <a:p>
                      <a:pPr algn="ctr"/>
                      <a:r>
                        <a:rPr lang="en-GB" dirty="0"/>
                        <a:t>Connectivity</a:t>
                      </a: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GB" dirty="0"/>
                        <a:t>Development</a:t>
                      </a:r>
                    </a:p>
                    <a:p>
                      <a:pPr algn="ctr"/>
                      <a:r>
                        <a:rPr lang="en-GB" dirty="0"/>
                        <a:t>AI</a:t>
                      </a:r>
                    </a:p>
                    <a:p>
                      <a:pPr algn="ctr"/>
                      <a:r>
                        <a:rPr lang="en-GB" dirty="0"/>
                        <a:t>Unity</a:t>
                      </a:r>
                    </a:p>
                    <a:p>
                      <a:pPr marL="0" marR="0" lvl="0" indent="0" algn="ctr" defTabSz="1371600" rtl="0" eaLnBrk="1" fontAlgn="auto" latinLnBrk="0" hangingPunct="1">
                        <a:lnSpc>
                          <a:spcPct val="100000"/>
                        </a:lnSpc>
                        <a:spcBef>
                          <a:spcPts val="0"/>
                        </a:spcBef>
                        <a:spcAft>
                          <a:spcPts val="0"/>
                        </a:spcAft>
                        <a:buClrTx/>
                        <a:buSzTx/>
                        <a:buFontTx/>
                        <a:buNone/>
                        <a:tabLst/>
                        <a:defRPr/>
                      </a:pPr>
                      <a:r>
                        <a:rPr lang="en-GB" dirty="0"/>
                        <a:t>Connectivity</a:t>
                      </a:r>
                      <a:endParaRPr lang="en-BE" dirty="0"/>
                    </a:p>
                    <a:p>
                      <a:pPr algn="ct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GB" dirty="0"/>
                        <a:t>Product Owner </a:t>
                      </a:r>
                    </a:p>
                    <a:p>
                      <a:pPr algn="ctr"/>
                      <a:r>
                        <a:rPr lang="en-GB" dirty="0"/>
                        <a:t>Database</a:t>
                      </a:r>
                    </a:p>
                    <a:p>
                      <a:pPr algn="ctr"/>
                      <a:r>
                        <a:rPr lang="en-GB" dirty="0"/>
                        <a:t>AI</a:t>
                      </a:r>
                    </a:p>
                    <a:p>
                      <a:pPr algn="ctr"/>
                      <a:r>
                        <a:rPr lang="en-GB" dirty="0"/>
                        <a:t>Documentation</a:t>
                      </a:r>
                    </a:p>
                    <a:p>
                      <a:pPr marL="0" marR="0" lvl="0" indent="0" algn="ctr" defTabSz="1371600" rtl="0" eaLnBrk="1" fontAlgn="auto" latinLnBrk="0" hangingPunct="1">
                        <a:lnSpc>
                          <a:spcPct val="100000"/>
                        </a:lnSpc>
                        <a:spcBef>
                          <a:spcPts val="0"/>
                        </a:spcBef>
                        <a:spcAft>
                          <a:spcPts val="0"/>
                        </a:spcAft>
                        <a:buClrTx/>
                        <a:buSzTx/>
                        <a:buFontTx/>
                        <a:buNone/>
                        <a:tabLst/>
                        <a:defRPr/>
                      </a:pPr>
                      <a:r>
                        <a:rPr lang="en-GB" dirty="0"/>
                        <a:t>Connectivity</a:t>
                      </a:r>
                      <a:endParaRPr lang="en-BE" dirty="0"/>
                    </a:p>
                    <a:p>
                      <a:pPr algn="ct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0141429"/>
                  </a:ext>
                </a:extLst>
              </a:tr>
              <a:tr h="144018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26296"/>
                  </a:ext>
                </a:extLst>
              </a:tr>
              <a:tr h="144018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35923061"/>
                  </a:ext>
                </a:extLst>
              </a:tr>
            </a:tbl>
          </a:graphicData>
        </a:graphic>
      </p:graphicFrame>
      <p:pic>
        <p:nvPicPr>
          <p:cNvPr id="10" name="Picture 9">
            <a:extLst>
              <a:ext uri="{FF2B5EF4-FFF2-40B4-BE49-F238E27FC236}">
                <a16:creationId xmlns:a16="http://schemas.microsoft.com/office/drawing/2014/main" id="{D0ACA04E-4ABE-026D-7954-9834229DD7EF}"/>
              </a:ext>
            </a:extLst>
          </p:cNvPr>
          <p:cNvPicPr>
            <a:picLocks noChangeAspect="1"/>
          </p:cNvPicPr>
          <p:nvPr/>
        </p:nvPicPr>
        <p:blipFill>
          <a:blip r:embed="rId2"/>
          <a:srcRect t="8274"/>
          <a:stretch/>
        </p:blipFill>
        <p:spPr>
          <a:xfrm>
            <a:off x="7716371" y="2924814"/>
            <a:ext cx="3140269" cy="2869058"/>
          </a:xfrm>
          <a:prstGeom prst="rect">
            <a:avLst/>
          </a:prstGeom>
        </p:spPr>
      </p:pic>
      <p:pic>
        <p:nvPicPr>
          <p:cNvPr id="8" name="Picture 7">
            <a:extLst>
              <a:ext uri="{FF2B5EF4-FFF2-40B4-BE49-F238E27FC236}">
                <a16:creationId xmlns:a16="http://schemas.microsoft.com/office/drawing/2014/main" id="{D8194A9C-E306-9206-027C-A18A6A9ECA75}"/>
              </a:ext>
            </a:extLst>
          </p:cNvPr>
          <p:cNvPicPr>
            <a:picLocks noChangeAspect="1"/>
          </p:cNvPicPr>
          <p:nvPr/>
        </p:nvPicPr>
        <p:blipFill>
          <a:blip r:embed="rId3"/>
          <a:srcRect t="4801" b="5306"/>
          <a:stretch/>
        </p:blipFill>
        <p:spPr>
          <a:xfrm>
            <a:off x="2375324" y="2924814"/>
            <a:ext cx="3012127" cy="2707668"/>
          </a:xfrm>
          <a:prstGeom prst="rect">
            <a:avLst/>
          </a:prstGeom>
        </p:spPr>
      </p:pic>
      <p:pic>
        <p:nvPicPr>
          <p:cNvPr id="12" name="Picture 11">
            <a:extLst>
              <a:ext uri="{FF2B5EF4-FFF2-40B4-BE49-F238E27FC236}">
                <a16:creationId xmlns:a16="http://schemas.microsoft.com/office/drawing/2014/main" id="{6CA01EEF-5DCC-BF97-4DE5-A4E6C944EF6A}"/>
              </a:ext>
            </a:extLst>
          </p:cNvPr>
          <p:cNvPicPr>
            <a:picLocks noChangeAspect="1"/>
          </p:cNvPicPr>
          <p:nvPr/>
        </p:nvPicPr>
        <p:blipFill>
          <a:blip r:embed="rId4"/>
          <a:stretch>
            <a:fillRect/>
          </a:stretch>
        </p:blipFill>
        <p:spPr>
          <a:xfrm>
            <a:off x="13308275" y="2924814"/>
            <a:ext cx="3225478" cy="2788947"/>
          </a:xfrm>
          <a:prstGeom prst="rect">
            <a:avLst/>
          </a:prstGeom>
        </p:spPr>
      </p:pic>
    </p:spTree>
    <p:extLst>
      <p:ext uri="{BB962C8B-B14F-4D97-AF65-F5344CB8AC3E}">
        <p14:creationId xmlns:p14="http://schemas.microsoft.com/office/powerpoint/2010/main" val="41999288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4803A-EAD7-328E-B402-900F61D3EBE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A5E3CED-267D-ED08-F936-60D8D9465A40}"/>
              </a:ext>
            </a:extLst>
          </p:cNvPr>
          <p:cNvSpPr>
            <a:spLocks noGrp="1"/>
          </p:cNvSpPr>
          <p:nvPr>
            <p:ph type="subTitle" idx="1"/>
          </p:nvPr>
        </p:nvSpPr>
        <p:spPr>
          <a:xfrm>
            <a:off x="4689976" y="3351508"/>
            <a:ext cx="12376786" cy="6659479"/>
          </a:xfrm>
        </p:spPr>
        <p:txBody>
          <a:bodyPr/>
          <a:lstStyle/>
          <a:p>
            <a:pPr marL="0" indent="0">
              <a:buNone/>
            </a:pPr>
            <a:endParaRPr lang="en-GB" sz="4800" b="1" dirty="0"/>
          </a:p>
          <a:p>
            <a:pPr marL="0" indent="0">
              <a:buNone/>
            </a:pPr>
            <a:r>
              <a:rPr lang="en-GB" sz="6000" b="1" dirty="0"/>
              <a:t>“Travel and see nice spots </a:t>
            </a:r>
          </a:p>
          <a:p>
            <a:pPr marL="0" indent="0">
              <a:buNone/>
            </a:pPr>
            <a:r>
              <a:rPr lang="en-GB" sz="6000" b="1" dirty="0"/>
              <a:t>Even if you have to stay at home” </a:t>
            </a:r>
          </a:p>
          <a:p>
            <a:pPr lvl="1" algn="l"/>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lgn="l">
              <a:buFont typeface="Arial" panose="020B0604020202020204" pitchFamily="34" charset="0"/>
              <a:buChar char="•"/>
            </a:pPr>
            <a:endParaRPr lang="en-GB" sz="2400" b="1" dirty="0">
              <a:solidFill>
                <a:schemeClr val="bg1"/>
              </a:solidFill>
            </a:endParaRPr>
          </a:p>
          <a:p>
            <a:pPr lvl="1">
              <a:buFont typeface="Arial" panose="020B0604020202020204" pitchFamily="34" charset="0"/>
              <a:buChar char="•"/>
            </a:pPr>
            <a:endParaRPr lang="en-GB" b="1" dirty="0"/>
          </a:p>
          <a:p>
            <a:pPr lvl="1"/>
            <a:endParaRPr lang="en-GB" b="1" dirty="0"/>
          </a:p>
          <a:p>
            <a:pPr lvl="1"/>
            <a:endParaRPr lang="en-GB" b="1"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11660926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7EE40-09D8-9419-22C8-5D29FD4833E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9A9A6AC-34CF-34F6-DC2C-52EBD80E5872}"/>
              </a:ext>
            </a:extLst>
          </p:cNvPr>
          <p:cNvSpPr>
            <a:spLocks noGrp="1"/>
          </p:cNvSpPr>
          <p:nvPr>
            <p:ph type="body" sz="quarter" idx="17"/>
          </p:nvPr>
        </p:nvSpPr>
        <p:spPr>
          <a:xfrm>
            <a:off x="6756132" y="1641764"/>
            <a:ext cx="16575629" cy="7574971"/>
          </a:xfrm>
        </p:spPr>
        <p:txBody>
          <a:bodyPr/>
          <a:lstStyle/>
          <a:p>
            <a:endParaRPr lang="en-GB" sz="2800" b="1" dirty="0"/>
          </a:p>
          <a:p>
            <a:r>
              <a:rPr lang="en-GB" sz="2800" b="1" dirty="0"/>
              <a:t>What</a:t>
            </a:r>
            <a:r>
              <a:rPr lang="en-GB" sz="2800" dirty="0"/>
              <a:t>? 360° AI generated immersion based on voice input to </a:t>
            </a:r>
          </a:p>
          <a:p>
            <a:r>
              <a:rPr lang="en-GB" sz="2800" dirty="0"/>
              <a:t>simulate a study trip. </a:t>
            </a:r>
          </a:p>
          <a:p>
            <a:endParaRPr lang="en-GB" sz="2800" dirty="0"/>
          </a:p>
          <a:p>
            <a:pPr algn="l"/>
            <a:r>
              <a:rPr lang="en-GB" sz="2800" b="1" dirty="0"/>
              <a:t>For</a:t>
            </a:r>
            <a:r>
              <a:rPr lang="en-GB" sz="2800" dirty="0"/>
              <a:t>? Children around 10 yrs</a:t>
            </a:r>
            <a:endParaRPr lang="en-BE" sz="2800" dirty="0"/>
          </a:p>
          <a:p>
            <a:r>
              <a:rPr lang="en-GB" sz="2800" b="1" dirty="0"/>
              <a:t>Where</a:t>
            </a:r>
            <a:r>
              <a:rPr lang="en-GB" sz="2800" dirty="0"/>
              <a:t>? Immersive Room in Forum Core </a:t>
            </a:r>
            <a:r>
              <a:rPr lang="en-GB" sz="2800" dirty="0" err="1"/>
              <a:t>Howest</a:t>
            </a:r>
            <a:endParaRPr lang="en-GB" sz="2800" dirty="0"/>
          </a:p>
          <a:p>
            <a:endParaRPr lang="en-GB" sz="2800" dirty="0"/>
          </a:p>
          <a:p>
            <a:pPr marL="457200" indent="-457200">
              <a:buFont typeface="Arial" panose="020B0604020202020204" pitchFamily="34" charset="0"/>
              <a:buChar char="•"/>
            </a:pPr>
            <a:r>
              <a:rPr lang="en-GB" sz="2800" dirty="0"/>
              <a:t>Tablet with </a:t>
            </a:r>
            <a:r>
              <a:rPr lang="en-GB" sz="2800" b="1" dirty="0"/>
              <a:t>user</a:t>
            </a:r>
            <a:r>
              <a:rPr lang="en-GB" sz="2800" dirty="0"/>
              <a:t> </a:t>
            </a:r>
            <a:r>
              <a:rPr lang="en-GB" sz="2800" b="1" dirty="0"/>
              <a:t>interface</a:t>
            </a:r>
            <a:r>
              <a:rPr lang="en-GB" sz="2800" dirty="0"/>
              <a:t> + </a:t>
            </a:r>
            <a:r>
              <a:rPr lang="en-GB" sz="2800" b="1" dirty="0"/>
              <a:t>world map </a:t>
            </a:r>
          </a:p>
          <a:p>
            <a:pPr marL="457200" indent="-457200">
              <a:buFont typeface="Arial" panose="020B0604020202020204" pitchFamily="34" charset="0"/>
              <a:buChar char="•"/>
            </a:pPr>
            <a:r>
              <a:rPr lang="en-GB" sz="2800" b="1" dirty="0"/>
              <a:t>Continent choice </a:t>
            </a:r>
            <a:r>
              <a:rPr lang="en-GB" sz="2800" dirty="0"/>
              <a:t>and </a:t>
            </a:r>
            <a:r>
              <a:rPr lang="en-GB" sz="2800" b="1" dirty="0"/>
              <a:t>voice input</a:t>
            </a:r>
            <a:r>
              <a:rPr lang="en-GB" sz="2800" dirty="0"/>
              <a:t>. </a:t>
            </a:r>
          </a:p>
          <a:p>
            <a:pPr marL="457200" indent="-457200">
              <a:buFont typeface="Arial" panose="020B0604020202020204" pitchFamily="34" charset="0"/>
              <a:buChar char="•"/>
            </a:pPr>
            <a:r>
              <a:rPr lang="en-GB" sz="2800" dirty="0"/>
              <a:t>A </a:t>
            </a:r>
            <a:r>
              <a:rPr lang="en-GB" sz="2800" b="1" dirty="0"/>
              <a:t>360° image </a:t>
            </a:r>
            <a:r>
              <a:rPr lang="en-GB" sz="2800" dirty="0"/>
              <a:t>is shown and </a:t>
            </a:r>
            <a:r>
              <a:rPr lang="en-GB" sz="2800" b="1" dirty="0"/>
              <a:t>music</a:t>
            </a:r>
            <a:r>
              <a:rPr lang="en-GB" sz="2800" dirty="0"/>
              <a:t> is played. </a:t>
            </a:r>
          </a:p>
          <a:p>
            <a:pPr marL="457200" indent="-457200">
              <a:buFont typeface="Arial" panose="020B0604020202020204" pitchFamily="34" charset="0"/>
              <a:buChar char="•"/>
            </a:pPr>
            <a:r>
              <a:rPr lang="en-GB" sz="2800" dirty="0"/>
              <a:t>The image and music is selected in a database of </a:t>
            </a:r>
            <a:r>
              <a:rPr lang="en-GB" sz="2800" b="1" dirty="0" err="1"/>
              <a:t>pregenerated</a:t>
            </a:r>
            <a:r>
              <a:rPr lang="en-GB" sz="2800" dirty="0"/>
              <a:t> </a:t>
            </a:r>
            <a:br>
              <a:rPr lang="en-GB" sz="2800" dirty="0"/>
            </a:br>
            <a:r>
              <a:rPr lang="en-GB" sz="2800" dirty="0"/>
              <a:t>images and music or a </a:t>
            </a:r>
            <a:r>
              <a:rPr lang="en-GB" sz="2800" b="1" dirty="0"/>
              <a:t>new</a:t>
            </a:r>
            <a:r>
              <a:rPr lang="en-GB" sz="2800" dirty="0"/>
              <a:t> image is created by an AI model. </a:t>
            </a:r>
            <a:br>
              <a:rPr lang="en-GB" sz="2800" dirty="0"/>
            </a:br>
            <a:r>
              <a:rPr lang="en-GB" sz="2800" dirty="0"/>
              <a:t>The image corresponds to the voice input, </a:t>
            </a:r>
            <a:br>
              <a:rPr lang="en-GB" sz="2800" dirty="0"/>
            </a:br>
            <a:r>
              <a:rPr lang="en-GB" sz="2800" dirty="0"/>
              <a:t>the music to the chosen continent </a:t>
            </a:r>
          </a:p>
          <a:p>
            <a:endParaRPr lang="en-GB" sz="2800" dirty="0"/>
          </a:p>
          <a:p>
            <a:endParaRPr lang="en-GB" sz="2800" dirty="0"/>
          </a:p>
          <a:p>
            <a:endParaRPr lang="en-GB" sz="2800" dirty="0"/>
          </a:p>
          <a:p>
            <a:endParaRPr lang="en-US" sz="2400" dirty="0"/>
          </a:p>
          <a:p>
            <a:endParaRPr lang="en-US" sz="2400" dirty="0"/>
          </a:p>
        </p:txBody>
      </p:sp>
      <p:sp>
        <p:nvSpPr>
          <p:cNvPr id="3" name="Slide Number Placeholder 2">
            <a:extLst>
              <a:ext uri="{FF2B5EF4-FFF2-40B4-BE49-F238E27FC236}">
                <a16:creationId xmlns:a16="http://schemas.microsoft.com/office/drawing/2014/main" id="{61B5BCE8-A13B-C3BA-89C3-1EA1968B31C1}"/>
              </a:ext>
            </a:extLst>
          </p:cNvPr>
          <p:cNvSpPr>
            <a:spLocks noGrp="1"/>
          </p:cNvSpPr>
          <p:nvPr>
            <p:ph type="sldNum" sz="quarter" idx="12"/>
          </p:nvPr>
        </p:nvSpPr>
        <p:spPr/>
        <p:txBody>
          <a:bodyPr/>
          <a:lstStyle/>
          <a:p>
            <a:fld id="{B7527A74-2D87-4307-9531-5A57D9647EEB}" type="slidenum">
              <a:rPr lang="nl-BE" smtClean="0"/>
              <a:pPr/>
              <a:t>5</a:t>
            </a:fld>
            <a:endParaRPr lang="nl-BE"/>
          </a:p>
        </p:txBody>
      </p:sp>
      <p:sp>
        <p:nvSpPr>
          <p:cNvPr id="4" name="Title 3">
            <a:extLst>
              <a:ext uri="{FF2B5EF4-FFF2-40B4-BE49-F238E27FC236}">
                <a16:creationId xmlns:a16="http://schemas.microsoft.com/office/drawing/2014/main" id="{9BB91777-2FA9-1F6C-4BC5-1021D63032BF}"/>
              </a:ext>
            </a:extLst>
          </p:cNvPr>
          <p:cNvSpPr>
            <a:spLocks noGrp="1"/>
          </p:cNvSpPr>
          <p:nvPr>
            <p:ph type="title"/>
          </p:nvPr>
        </p:nvSpPr>
        <p:spPr/>
        <p:txBody>
          <a:bodyPr/>
          <a:lstStyle/>
          <a:p>
            <a:r>
              <a:rPr lang="nl-BE" dirty="0"/>
              <a:t>Project </a:t>
            </a:r>
            <a:r>
              <a:rPr lang="nl-BE" dirty="0" err="1"/>
              <a:t>Description</a:t>
            </a:r>
            <a:endParaRPr lang="en-US" dirty="0"/>
          </a:p>
        </p:txBody>
      </p:sp>
      <p:sp>
        <p:nvSpPr>
          <p:cNvPr id="5" name="Date Placeholder 4">
            <a:extLst>
              <a:ext uri="{FF2B5EF4-FFF2-40B4-BE49-F238E27FC236}">
                <a16:creationId xmlns:a16="http://schemas.microsoft.com/office/drawing/2014/main" id="{210E22A0-922F-B011-0A63-903DC39B4B92}"/>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B7435AA6-DC96-4070-C688-A04912AF6062}"/>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7" name="Picture 6" descr="A building with lights on&#10;&#10;Description automatically generated">
            <a:extLst>
              <a:ext uri="{FF2B5EF4-FFF2-40B4-BE49-F238E27FC236}">
                <a16:creationId xmlns:a16="http://schemas.microsoft.com/office/drawing/2014/main" id="{C74CC7B6-9908-A4A6-C4D7-A40E2C1A3F00}"/>
              </a:ext>
            </a:extLst>
          </p:cNvPr>
          <p:cNvPicPr>
            <a:picLocks noChangeAspect="1"/>
          </p:cNvPicPr>
          <p:nvPr/>
        </p:nvPicPr>
        <p:blipFill>
          <a:blip r:embed="rId2">
            <a:extLst>
              <a:ext uri="{28A0092B-C50C-407E-A947-70E740481C1C}">
                <a14:useLocalDpi xmlns:a14="http://schemas.microsoft.com/office/drawing/2010/main" val="0"/>
              </a:ext>
            </a:extLst>
          </a:blip>
          <a:srcRect r="82216"/>
          <a:stretch/>
        </p:blipFill>
        <p:spPr>
          <a:xfrm>
            <a:off x="748146" y="1806713"/>
            <a:ext cx="5839692" cy="7218580"/>
          </a:xfrm>
          <a:prstGeom prst="rect">
            <a:avLst/>
          </a:prstGeom>
        </p:spPr>
      </p:pic>
    </p:spTree>
    <p:extLst>
      <p:ext uri="{BB962C8B-B14F-4D97-AF65-F5344CB8AC3E}">
        <p14:creationId xmlns:p14="http://schemas.microsoft.com/office/powerpoint/2010/main" val="1591845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4B6EB-6CCE-6D22-ADD3-6EA1B219671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33BEF8-AD07-252C-207F-15FF957966B0}"/>
              </a:ext>
            </a:extLst>
          </p:cNvPr>
          <p:cNvSpPr>
            <a:spLocks noGrp="1"/>
          </p:cNvSpPr>
          <p:nvPr>
            <p:ph type="title"/>
          </p:nvPr>
        </p:nvSpPr>
        <p:spPr>
          <a:xfrm>
            <a:off x="998692" y="888883"/>
            <a:ext cx="16575629" cy="755767"/>
          </a:xfrm>
        </p:spPr>
        <p:txBody>
          <a:bodyPr anchor="t">
            <a:normAutofit/>
          </a:bodyPr>
          <a:lstStyle/>
          <a:p>
            <a:pPr>
              <a:spcBef>
                <a:spcPts val="900"/>
              </a:spcBef>
              <a:spcAft>
                <a:spcPts val="900"/>
              </a:spcAft>
            </a:pPr>
            <a:r>
              <a:rPr lang="nl-BE" dirty="0"/>
              <a:t>Story points</a:t>
            </a:r>
            <a:endParaRPr lang="en-GB" b="0" i="0">
              <a:effectLst/>
            </a:endParaRPr>
          </a:p>
        </p:txBody>
      </p:sp>
      <p:sp>
        <p:nvSpPr>
          <p:cNvPr id="5" name="Date Placeholder 4">
            <a:extLst>
              <a:ext uri="{FF2B5EF4-FFF2-40B4-BE49-F238E27FC236}">
                <a16:creationId xmlns:a16="http://schemas.microsoft.com/office/drawing/2014/main" id="{ED78EA07-D342-8649-1C41-93EAAD33A3E3}"/>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11/7/2024</a:t>
            </a:fld>
            <a:endParaRPr lang="nl-BE"/>
          </a:p>
        </p:txBody>
      </p:sp>
      <p:sp>
        <p:nvSpPr>
          <p:cNvPr id="6" name="Footer Placeholder 5">
            <a:extLst>
              <a:ext uri="{FF2B5EF4-FFF2-40B4-BE49-F238E27FC236}">
                <a16:creationId xmlns:a16="http://schemas.microsoft.com/office/drawing/2014/main" id="{DBF13D9B-8468-A675-53D9-4F4AD273D390}"/>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
        <p:nvSpPr>
          <p:cNvPr id="3" name="Slide Number Placeholder 2">
            <a:extLst>
              <a:ext uri="{FF2B5EF4-FFF2-40B4-BE49-F238E27FC236}">
                <a16:creationId xmlns:a16="http://schemas.microsoft.com/office/drawing/2014/main" id="{BDFF4D37-BD91-624E-CA0D-103FBD330207}"/>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6</a:t>
            </a:fld>
            <a:endParaRPr lang="nl-BE"/>
          </a:p>
        </p:txBody>
      </p:sp>
      <p:pic>
        <p:nvPicPr>
          <p:cNvPr id="13" name="Picture 12">
            <a:extLst>
              <a:ext uri="{FF2B5EF4-FFF2-40B4-BE49-F238E27FC236}">
                <a16:creationId xmlns:a16="http://schemas.microsoft.com/office/drawing/2014/main" id="{4CE7D9E2-F6D5-BA1F-BC36-4D66B7D8E320}"/>
              </a:ext>
            </a:extLst>
          </p:cNvPr>
          <p:cNvPicPr>
            <a:picLocks noChangeAspect="1"/>
          </p:cNvPicPr>
          <p:nvPr/>
        </p:nvPicPr>
        <p:blipFill>
          <a:blip r:embed="rId2"/>
          <a:stretch>
            <a:fillRect/>
          </a:stretch>
        </p:blipFill>
        <p:spPr>
          <a:xfrm>
            <a:off x="4686299" y="432595"/>
            <a:ext cx="13095949" cy="8708808"/>
          </a:xfrm>
          <a:prstGeom prst="rect">
            <a:avLst/>
          </a:prstGeom>
          <a:noFill/>
        </p:spPr>
      </p:pic>
    </p:spTree>
    <p:extLst>
      <p:ext uri="{BB962C8B-B14F-4D97-AF65-F5344CB8AC3E}">
        <p14:creationId xmlns:p14="http://schemas.microsoft.com/office/powerpoint/2010/main" val="14590729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FF185-3CF4-3768-12C1-8294C676530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0D95ED-4063-FD34-D1B6-E8F012F1DBDD}"/>
              </a:ext>
            </a:extLst>
          </p:cNvPr>
          <p:cNvSpPr>
            <a:spLocks noGrp="1"/>
          </p:cNvSpPr>
          <p:nvPr>
            <p:ph type="title"/>
          </p:nvPr>
        </p:nvSpPr>
        <p:spPr>
          <a:xfrm>
            <a:off x="998692" y="888883"/>
            <a:ext cx="3624109" cy="2910957"/>
          </a:xfrm>
        </p:spPr>
        <p:txBody>
          <a:bodyPr anchor="t">
            <a:normAutofit/>
          </a:bodyPr>
          <a:lstStyle/>
          <a:p>
            <a:pPr>
              <a:spcBef>
                <a:spcPts val="900"/>
              </a:spcBef>
              <a:spcAft>
                <a:spcPts val="900"/>
              </a:spcAft>
            </a:pPr>
            <a:r>
              <a:rPr lang="nl-BE" sz="3600" dirty="0"/>
              <a:t>Technical solution </a:t>
            </a:r>
            <a:br>
              <a:rPr lang="nl-BE" sz="3600" dirty="0"/>
            </a:br>
            <a:r>
              <a:rPr lang="nl-BE" sz="3600" dirty="0"/>
              <a:t>Diagram</a:t>
            </a:r>
            <a:endParaRPr lang="en-GB" sz="3600" b="0" i="0" dirty="0">
              <a:effectLst/>
            </a:endParaRPr>
          </a:p>
        </p:txBody>
      </p:sp>
      <p:sp>
        <p:nvSpPr>
          <p:cNvPr id="5" name="Date Placeholder 4">
            <a:extLst>
              <a:ext uri="{FF2B5EF4-FFF2-40B4-BE49-F238E27FC236}">
                <a16:creationId xmlns:a16="http://schemas.microsoft.com/office/drawing/2014/main" id="{011A2BF6-4B78-F5AB-17A6-ED857BC68F8C}"/>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11/7/2024</a:t>
            </a:fld>
            <a:endParaRPr lang="nl-BE"/>
          </a:p>
        </p:txBody>
      </p:sp>
      <p:sp>
        <p:nvSpPr>
          <p:cNvPr id="6" name="Footer Placeholder 5">
            <a:extLst>
              <a:ext uri="{FF2B5EF4-FFF2-40B4-BE49-F238E27FC236}">
                <a16:creationId xmlns:a16="http://schemas.microsoft.com/office/drawing/2014/main" id="{C5B17DDF-044A-8B5D-DDD1-25BC89D5278F}"/>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
        <p:nvSpPr>
          <p:cNvPr id="3" name="Slide Number Placeholder 2">
            <a:extLst>
              <a:ext uri="{FF2B5EF4-FFF2-40B4-BE49-F238E27FC236}">
                <a16:creationId xmlns:a16="http://schemas.microsoft.com/office/drawing/2014/main" id="{DD6F1887-C342-9BED-7C11-24847A4B7DF7}"/>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7</a:t>
            </a:fld>
            <a:endParaRPr lang="nl-BE"/>
          </a:p>
        </p:txBody>
      </p:sp>
      <p:pic>
        <p:nvPicPr>
          <p:cNvPr id="7" name="Picture 6">
            <a:extLst>
              <a:ext uri="{FF2B5EF4-FFF2-40B4-BE49-F238E27FC236}">
                <a16:creationId xmlns:a16="http://schemas.microsoft.com/office/drawing/2014/main" id="{868C470D-3037-E22F-7DD6-D340CA6FF9EB}"/>
              </a:ext>
            </a:extLst>
          </p:cNvPr>
          <p:cNvPicPr>
            <a:picLocks noChangeAspect="1"/>
          </p:cNvPicPr>
          <p:nvPr/>
        </p:nvPicPr>
        <p:blipFill>
          <a:blip r:embed="rId2"/>
          <a:srcRect t="6086" b="3576"/>
          <a:stretch/>
        </p:blipFill>
        <p:spPr>
          <a:xfrm>
            <a:off x="3574471" y="90085"/>
            <a:ext cx="9693563" cy="8977639"/>
          </a:xfrm>
          <a:prstGeom prst="rect">
            <a:avLst/>
          </a:prstGeom>
        </p:spPr>
      </p:pic>
    </p:spTree>
    <p:extLst>
      <p:ext uri="{BB962C8B-B14F-4D97-AF65-F5344CB8AC3E}">
        <p14:creationId xmlns:p14="http://schemas.microsoft.com/office/powerpoint/2010/main" val="38812977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B6A66-2547-F2B9-9F69-7C997A7BEFC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E5D9450-2ED3-8801-1166-89B22FDB21E6}"/>
              </a:ext>
            </a:extLst>
          </p:cNvPr>
          <p:cNvSpPr>
            <a:spLocks noGrp="1"/>
          </p:cNvSpPr>
          <p:nvPr>
            <p:ph type="body" sz="quarter" idx="17"/>
          </p:nvPr>
        </p:nvSpPr>
        <p:spPr>
          <a:xfrm>
            <a:off x="1057276" y="2323921"/>
            <a:ext cx="14698539" cy="6111506"/>
          </a:xfrm>
        </p:spPr>
        <p:txBody>
          <a:bodyPr>
            <a:normAutofit/>
          </a:bodyPr>
          <a:lstStyle/>
          <a:p>
            <a:pPr marL="571500" indent="-571500">
              <a:buFont typeface="Arial" panose="020B0604020202020204" pitchFamily="34" charset="0"/>
              <a:buChar char="•"/>
            </a:pPr>
            <a:r>
              <a:rPr lang="en-US" dirty="0"/>
              <a:t>Flask for API: established connection </a:t>
            </a:r>
            <a:br>
              <a:rPr lang="en-US" dirty="0"/>
            </a:br>
            <a:r>
              <a:rPr lang="en-US" dirty="0"/>
              <a:t>with the database and AI class. </a:t>
            </a:r>
          </a:p>
          <a:p>
            <a:pPr marL="571500" indent="-571500">
              <a:buFont typeface="Arial" panose="020B0604020202020204" pitchFamily="34" charset="0"/>
              <a:buChar char="•"/>
            </a:pPr>
            <a:r>
              <a:rPr lang="en-US" dirty="0"/>
              <a:t>Vue.js for Frontend</a:t>
            </a:r>
          </a:p>
          <a:p>
            <a:pPr marL="571500" indent="-571500">
              <a:buFont typeface="Arial" panose="020B0604020202020204" pitchFamily="34" charset="0"/>
              <a:buChar char="•"/>
            </a:pPr>
            <a:r>
              <a:rPr lang="en-US" dirty="0"/>
              <a:t>Docker container </a:t>
            </a:r>
          </a:p>
          <a:p>
            <a:pPr marL="571500" indent="-571500">
              <a:buFont typeface="Arial" panose="020B0604020202020204" pitchFamily="34" charset="0"/>
              <a:buChar char="•"/>
            </a:pPr>
            <a:r>
              <a:rPr lang="en-US" dirty="0"/>
              <a:t>Accessible through a local tablet </a:t>
            </a:r>
          </a:p>
          <a:p>
            <a:endParaRPr lang="en-US" dirty="0"/>
          </a:p>
          <a:p>
            <a:pPr marL="571500" indent="-571500">
              <a:buFont typeface="Arial" panose="020B0604020202020204" pitchFamily="34" charset="0"/>
              <a:buChar char="•"/>
            </a:pPr>
            <a:r>
              <a:rPr lang="en-US" dirty="0">
                <a:solidFill>
                  <a:schemeClr val="accent1"/>
                </a:solidFill>
              </a:rPr>
              <a:t>Easy to navigate</a:t>
            </a:r>
          </a:p>
          <a:p>
            <a:pPr marL="571500" indent="-571500">
              <a:buFont typeface="Arial" panose="020B0604020202020204" pitchFamily="34" charset="0"/>
              <a:buChar char="•"/>
            </a:pPr>
            <a:r>
              <a:rPr lang="en-US" dirty="0">
                <a:solidFill>
                  <a:schemeClr val="accent1"/>
                </a:solidFill>
              </a:rPr>
              <a:t>Visuals corresponding to the project concept </a:t>
            </a:r>
          </a:p>
          <a:p>
            <a:pPr marL="571500" indent="-571500">
              <a:buFont typeface="Arial" panose="020B0604020202020204" pitchFamily="34" charset="0"/>
              <a:buChar char="•"/>
            </a:pPr>
            <a:r>
              <a:rPr lang="en-US" dirty="0">
                <a:solidFill>
                  <a:schemeClr val="accent1"/>
                </a:solidFill>
              </a:rPr>
              <a:t>Connection point for all parts of the project </a:t>
            </a:r>
          </a:p>
        </p:txBody>
      </p:sp>
      <p:sp>
        <p:nvSpPr>
          <p:cNvPr id="3" name="Slide Number Placeholder 2">
            <a:extLst>
              <a:ext uri="{FF2B5EF4-FFF2-40B4-BE49-F238E27FC236}">
                <a16:creationId xmlns:a16="http://schemas.microsoft.com/office/drawing/2014/main" id="{FDB7A25B-0287-423F-90E8-988277BE176A}"/>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8</a:t>
            </a:fld>
            <a:endParaRPr lang="nl-BE"/>
          </a:p>
        </p:txBody>
      </p:sp>
      <p:sp>
        <p:nvSpPr>
          <p:cNvPr id="4" name="Title 3">
            <a:extLst>
              <a:ext uri="{FF2B5EF4-FFF2-40B4-BE49-F238E27FC236}">
                <a16:creationId xmlns:a16="http://schemas.microsoft.com/office/drawing/2014/main" id="{2219F869-1906-8D9C-BEBD-0C6FAEC2CA50}"/>
              </a:ext>
            </a:extLst>
          </p:cNvPr>
          <p:cNvSpPr>
            <a:spLocks noGrp="1"/>
          </p:cNvSpPr>
          <p:nvPr>
            <p:ph type="title"/>
          </p:nvPr>
        </p:nvSpPr>
        <p:spPr>
          <a:xfrm>
            <a:off x="998692" y="888883"/>
            <a:ext cx="16575629" cy="630355"/>
          </a:xfrm>
        </p:spPr>
        <p:txBody>
          <a:bodyPr anchor="t">
            <a:normAutofit/>
          </a:bodyPr>
          <a:lstStyle/>
          <a:p>
            <a:pPr>
              <a:spcBef>
                <a:spcPts val="900"/>
              </a:spcBef>
              <a:spcAft>
                <a:spcPts val="900"/>
              </a:spcAft>
            </a:pPr>
            <a:r>
              <a:rPr lang="nl-BE" dirty="0"/>
              <a:t>Website: The Start</a:t>
            </a:r>
            <a:endParaRPr lang="en-GB" b="0" i="0" dirty="0">
              <a:effectLst/>
            </a:endParaRPr>
          </a:p>
        </p:txBody>
      </p:sp>
      <p:sp>
        <p:nvSpPr>
          <p:cNvPr id="5" name="Date Placeholder 4">
            <a:extLst>
              <a:ext uri="{FF2B5EF4-FFF2-40B4-BE49-F238E27FC236}">
                <a16:creationId xmlns:a16="http://schemas.microsoft.com/office/drawing/2014/main" id="{6188A3E1-EBD1-1D03-0B13-F89A5E7D6577}"/>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11/7/2024</a:t>
            </a:fld>
            <a:endParaRPr lang="nl-BE"/>
          </a:p>
        </p:txBody>
      </p:sp>
      <p:sp>
        <p:nvSpPr>
          <p:cNvPr id="6" name="Footer Placeholder 5">
            <a:extLst>
              <a:ext uri="{FF2B5EF4-FFF2-40B4-BE49-F238E27FC236}">
                <a16:creationId xmlns:a16="http://schemas.microsoft.com/office/drawing/2014/main" id="{21C01D91-EA49-49FA-EF91-BB7C0B503578}"/>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pic>
        <p:nvPicPr>
          <p:cNvPr id="7" name="Picture 6" descr="A building with lights on&#10;&#10;Description automatically generated">
            <a:extLst>
              <a:ext uri="{FF2B5EF4-FFF2-40B4-BE49-F238E27FC236}">
                <a16:creationId xmlns:a16="http://schemas.microsoft.com/office/drawing/2014/main" id="{81723580-60CB-5074-7765-0E8098461838}"/>
              </a:ext>
            </a:extLst>
          </p:cNvPr>
          <p:cNvPicPr>
            <a:picLocks noChangeAspect="1"/>
          </p:cNvPicPr>
          <p:nvPr/>
        </p:nvPicPr>
        <p:blipFill>
          <a:blip r:embed="rId2">
            <a:extLst>
              <a:ext uri="{28A0092B-C50C-407E-A947-70E740481C1C}">
                <a14:useLocalDpi xmlns:a14="http://schemas.microsoft.com/office/drawing/2010/main" val="0"/>
              </a:ext>
            </a:extLst>
          </a:blip>
          <a:srcRect l="80526"/>
          <a:stretch/>
        </p:blipFill>
        <p:spPr>
          <a:xfrm>
            <a:off x="10203873" y="366332"/>
            <a:ext cx="7658350" cy="8651706"/>
          </a:xfrm>
          <a:prstGeom prst="rect">
            <a:avLst/>
          </a:prstGeom>
          <a:noFill/>
        </p:spPr>
      </p:pic>
    </p:spTree>
    <p:extLst>
      <p:ext uri="{BB962C8B-B14F-4D97-AF65-F5344CB8AC3E}">
        <p14:creationId xmlns:p14="http://schemas.microsoft.com/office/powerpoint/2010/main" val="13108105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2121-071D-4F4E-7BD1-19EDB2CD7F8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016D8E2-CA13-8F9A-AD15-99B883C75355}"/>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9</a:t>
            </a:fld>
            <a:endParaRPr lang="nl-BE"/>
          </a:p>
        </p:txBody>
      </p:sp>
      <p:sp>
        <p:nvSpPr>
          <p:cNvPr id="4" name="Title 3">
            <a:extLst>
              <a:ext uri="{FF2B5EF4-FFF2-40B4-BE49-F238E27FC236}">
                <a16:creationId xmlns:a16="http://schemas.microsoft.com/office/drawing/2014/main" id="{1F1790EA-F993-A9CF-2D59-749FC2CC34FF}"/>
              </a:ext>
            </a:extLst>
          </p:cNvPr>
          <p:cNvSpPr>
            <a:spLocks noGrp="1"/>
          </p:cNvSpPr>
          <p:nvPr>
            <p:ph type="title"/>
          </p:nvPr>
        </p:nvSpPr>
        <p:spPr>
          <a:xfrm>
            <a:off x="998692" y="888883"/>
            <a:ext cx="16575629" cy="630355"/>
          </a:xfrm>
        </p:spPr>
        <p:txBody>
          <a:bodyPr anchor="t">
            <a:normAutofit/>
          </a:bodyPr>
          <a:lstStyle/>
          <a:p>
            <a:r>
              <a:rPr lang="en-US" dirty="0">
                <a:solidFill>
                  <a:schemeClr val="accent1"/>
                </a:solidFill>
              </a:rPr>
              <a:t>User Journey</a:t>
            </a:r>
          </a:p>
        </p:txBody>
      </p:sp>
      <p:sp>
        <p:nvSpPr>
          <p:cNvPr id="5" name="Date Placeholder 4">
            <a:extLst>
              <a:ext uri="{FF2B5EF4-FFF2-40B4-BE49-F238E27FC236}">
                <a16:creationId xmlns:a16="http://schemas.microsoft.com/office/drawing/2014/main" id="{ED9217EB-876E-4048-758C-A0CD604B658C}"/>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11/7/2024</a:t>
            </a:fld>
            <a:endParaRPr lang="nl-BE"/>
          </a:p>
        </p:txBody>
      </p:sp>
      <p:sp>
        <p:nvSpPr>
          <p:cNvPr id="6" name="Footer Placeholder 5">
            <a:extLst>
              <a:ext uri="{FF2B5EF4-FFF2-40B4-BE49-F238E27FC236}">
                <a16:creationId xmlns:a16="http://schemas.microsoft.com/office/drawing/2014/main" id="{EBFB341F-6CFF-3194-0458-3189DF315783}"/>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
        <p:nvSpPr>
          <p:cNvPr id="8" name="Text Placeholder 7">
            <a:extLst>
              <a:ext uri="{FF2B5EF4-FFF2-40B4-BE49-F238E27FC236}">
                <a16:creationId xmlns:a16="http://schemas.microsoft.com/office/drawing/2014/main" id="{1B595AF2-F4A6-CC4F-D58E-3B7084A8C76E}"/>
              </a:ext>
            </a:extLst>
          </p:cNvPr>
          <p:cNvSpPr>
            <a:spLocks noGrp="1"/>
          </p:cNvSpPr>
          <p:nvPr>
            <p:ph type="body" sz="quarter" idx="17"/>
          </p:nvPr>
        </p:nvSpPr>
        <p:spPr/>
        <p:txBody>
          <a:bodyPr/>
          <a:lstStyle/>
          <a:p>
            <a:endParaRPr lang="en-BE" dirty="0"/>
          </a:p>
        </p:txBody>
      </p:sp>
      <p:pic>
        <p:nvPicPr>
          <p:cNvPr id="9" name="Picture 8" descr="A diagram of a process&#10;&#10;Description automatically generated">
            <a:extLst>
              <a:ext uri="{FF2B5EF4-FFF2-40B4-BE49-F238E27FC236}">
                <a16:creationId xmlns:a16="http://schemas.microsoft.com/office/drawing/2014/main" id="{3D9E6117-E593-D88A-EF04-2B74FCC63A34}"/>
              </a:ext>
            </a:extLst>
          </p:cNvPr>
          <p:cNvPicPr>
            <a:picLocks noChangeAspect="1"/>
          </p:cNvPicPr>
          <p:nvPr/>
        </p:nvPicPr>
        <p:blipFill>
          <a:blip r:embed="rId2"/>
          <a:stretch>
            <a:fillRect/>
          </a:stretch>
        </p:blipFill>
        <p:spPr>
          <a:xfrm>
            <a:off x="3571876" y="1821093"/>
            <a:ext cx="10056201" cy="6902571"/>
          </a:xfrm>
          <a:prstGeom prst="rect">
            <a:avLst/>
          </a:prstGeom>
        </p:spPr>
      </p:pic>
    </p:spTree>
    <p:extLst>
      <p:ext uri="{BB962C8B-B14F-4D97-AF65-F5344CB8AC3E}">
        <p14:creationId xmlns:p14="http://schemas.microsoft.com/office/powerpoint/2010/main" val="39314731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60090-CF74-5F1A-33A4-CD98EE24FA6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A02F548-98C1-9AED-A07F-505B13C5AA94}"/>
              </a:ext>
            </a:extLst>
          </p:cNvPr>
          <p:cNvSpPr>
            <a:spLocks noGrp="1"/>
          </p:cNvSpPr>
          <p:nvPr>
            <p:ph type="body" sz="quarter" idx="17"/>
          </p:nvPr>
        </p:nvSpPr>
        <p:spPr>
          <a:xfrm>
            <a:off x="8657492" y="2079640"/>
            <a:ext cx="8916829" cy="6952316"/>
          </a:xfrm>
        </p:spPr>
        <p:txBody>
          <a:bodyPr/>
          <a:lstStyle/>
          <a:p>
            <a:r>
              <a:rPr lang="en-US" sz="2400" dirty="0"/>
              <a:t>The database :</a:t>
            </a:r>
          </a:p>
          <a:p>
            <a:pPr marL="342900" indent="-342900">
              <a:buFontTx/>
              <a:buChar char="-"/>
            </a:pPr>
            <a:r>
              <a:rPr lang="en-US" sz="2400" dirty="0"/>
              <a:t>path to the generated images </a:t>
            </a:r>
          </a:p>
          <a:p>
            <a:pPr marL="342900" indent="-342900">
              <a:buFontTx/>
              <a:buChar char="-"/>
            </a:pPr>
            <a:r>
              <a:rPr lang="en-US" sz="2400" dirty="0"/>
              <a:t>prompt used to generate the images by the AI model. </a:t>
            </a:r>
          </a:p>
          <a:p>
            <a:pPr marL="342900" indent="-342900">
              <a:buFontTx/>
              <a:buChar char="-"/>
            </a:pPr>
            <a:r>
              <a:rPr lang="en-US" sz="2400" dirty="0"/>
              <a:t>5 Music / sounds by continent</a:t>
            </a:r>
          </a:p>
          <a:p>
            <a:pPr marL="342900" indent="-342900">
              <a:buFontTx/>
              <a:buChar char="-"/>
            </a:pPr>
            <a:endParaRPr lang="en-US" sz="2400" dirty="0"/>
          </a:p>
          <a:p>
            <a:r>
              <a:rPr lang="en-US" sz="2400" dirty="0"/>
              <a:t>1</a:t>
            </a:r>
            <a:r>
              <a:rPr lang="en-US" sz="2400" baseline="30000" dirty="0"/>
              <a:t>st</a:t>
            </a:r>
            <a:r>
              <a:rPr lang="en-US" sz="2400" dirty="0"/>
              <a:t> idea : Relational Database / can be </a:t>
            </a:r>
            <a:r>
              <a:rPr lang="en-US" sz="2400" dirty="0" err="1"/>
              <a:t>NoSql</a:t>
            </a:r>
            <a:r>
              <a:rPr lang="en-US" sz="2400" dirty="0"/>
              <a:t> </a:t>
            </a:r>
          </a:p>
        </p:txBody>
      </p:sp>
      <p:sp>
        <p:nvSpPr>
          <p:cNvPr id="3" name="Slide Number Placeholder 2">
            <a:extLst>
              <a:ext uri="{FF2B5EF4-FFF2-40B4-BE49-F238E27FC236}">
                <a16:creationId xmlns:a16="http://schemas.microsoft.com/office/drawing/2014/main" id="{691D9328-45FA-B100-01F5-E9A959DD3EF9}"/>
              </a:ext>
            </a:extLst>
          </p:cNvPr>
          <p:cNvSpPr>
            <a:spLocks noGrp="1"/>
          </p:cNvSpPr>
          <p:nvPr>
            <p:ph type="sldNum" sz="quarter" idx="12"/>
          </p:nvPr>
        </p:nvSpPr>
        <p:spPr/>
        <p:txBody>
          <a:bodyPr/>
          <a:lstStyle/>
          <a:p>
            <a:fld id="{B7527A74-2D87-4307-9531-5A57D9647EEB}" type="slidenum">
              <a:rPr lang="nl-BE" smtClean="0"/>
              <a:pPr/>
              <a:t>10</a:t>
            </a:fld>
            <a:endParaRPr lang="nl-BE"/>
          </a:p>
        </p:txBody>
      </p:sp>
      <p:sp>
        <p:nvSpPr>
          <p:cNvPr id="4" name="Title 3">
            <a:extLst>
              <a:ext uri="{FF2B5EF4-FFF2-40B4-BE49-F238E27FC236}">
                <a16:creationId xmlns:a16="http://schemas.microsoft.com/office/drawing/2014/main" id="{88E840FC-A6D3-BB96-1E04-1D5261407EF1}"/>
              </a:ext>
            </a:extLst>
          </p:cNvPr>
          <p:cNvSpPr>
            <a:spLocks noGrp="1"/>
          </p:cNvSpPr>
          <p:nvPr>
            <p:ph type="title"/>
          </p:nvPr>
        </p:nvSpPr>
        <p:spPr/>
        <p:txBody>
          <a:bodyPr/>
          <a:lstStyle/>
          <a:p>
            <a:pPr algn="l">
              <a:spcBef>
                <a:spcPts val="900"/>
              </a:spcBef>
              <a:spcAft>
                <a:spcPts val="900"/>
              </a:spcAft>
            </a:pPr>
            <a:r>
              <a:rPr lang="nl-BE" dirty="0"/>
              <a:t>Database: </a:t>
            </a:r>
            <a:r>
              <a:rPr lang="nl-BE" dirty="0" err="1"/>
              <a:t>find</a:t>
            </a:r>
            <a:r>
              <a:rPr lang="nl-BE" dirty="0"/>
              <a:t> </a:t>
            </a:r>
            <a:r>
              <a:rPr lang="nl-BE" dirty="0" err="1"/>
              <a:t>the</a:t>
            </a:r>
            <a:r>
              <a:rPr lang="nl-BE" dirty="0"/>
              <a:t> right </a:t>
            </a:r>
            <a:r>
              <a:rPr lang="nl-BE" dirty="0" err="1"/>
              <a:t>one</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2543660B-4F4B-B800-3466-38B38D909BA5}"/>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0A69893E-1264-A110-B4E1-672A8295BECE}"/>
              </a:ext>
            </a:extLst>
          </p:cNvPr>
          <p:cNvSpPr>
            <a:spLocks noGrp="1"/>
          </p:cNvSpPr>
          <p:nvPr>
            <p:ph type="ftr" sz="quarter" idx="11"/>
          </p:nvPr>
        </p:nvSpPr>
        <p:spPr/>
        <p:txBody>
          <a:bodyPr/>
          <a:lstStyle/>
          <a:p>
            <a:r>
              <a:rPr lang="en-US"/>
              <a:t>Virtual GlobeTrotter Team Project 2CTAI</a:t>
            </a:r>
            <a:endParaRPr lang="nl-BE" dirty="0"/>
          </a:p>
        </p:txBody>
      </p:sp>
      <p:pic>
        <p:nvPicPr>
          <p:cNvPr id="7" name="Picture 6" descr="A building with lights on">
            <a:extLst>
              <a:ext uri="{FF2B5EF4-FFF2-40B4-BE49-F238E27FC236}">
                <a16:creationId xmlns:a16="http://schemas.microsoft.com/office/drawing/2014/main" id="{3CF45B91-5BDA-CC67-2CEE-E1A07A51CC42}"/>
              </a:ext>
            </a:extLst>
          </p:cNvPr>
          <p:cNvPicPr>
            <a:picLocks noChangeAspect="1"/>
          </p:cNvPicPr>
          <p:nvPr/>
        </p:nvPicPr>
        <p:blipFill>
          <a:blip r:embed="rId2">
            <a:extLst>
              <a:ext uri="{28A0092B-C50C-407E-A947-70E740481C1C}">
                <a14:useLocalDpi xmlns:a14="http://schemas.microsoft.com/office/drawing/2010/main" val="0"/>
              </a:ext>
            </a:extLst>
          </a:blip>
          <a:srcRect l="46693" r="29199"/>
          <a:stretch/>
        </p:blipFill>
        <p:spPr>
          <a:xfrm>
            <a:off x="324607" y="1640131"/>
            <a:ext cx="8217535" cy="7498800"/>
          </a:xfrm>
          <a:prstGeom prst="rect">
            <a:avLst/>
          </a:prstGeom>
          <a:noFill/>
        </p:spPr>
      </p:pic>
      <p:pic>
        <p:nvPicPr>
          <p:cNvPr id="10" name="Picture 9">
            <a:extLst>
              <a:ext uri="{FF2B5EF4-FFF2-40B4-BE49-F238E27FC236}">
                <a16:creationId xmlns:a16="http://schemas.microsoft.com/office/drawing/2014/main" id="{80383388-53FA-B694-7CE6-3CC1CD38E40A}"/>
              </a:ext>
            </a:extLst>
          </p:cNvPr>
          <p:cNvPicPr>
            <a:picLocks noChangeAspect="1"/>
          </p:cNvPicPr>
          <p:nvPr/>
        </p:nvPicPr>
        <p:blipFill>
          <a:blip r:embed="rId3"/>
          <a:stretch>
            <a:fillRect/>
          </a:stretch>
        </p:blipFill>
        <p:spPr>
          <a:xfrm>
            <a:off x="9481854" y="5389531"/>
            <a:ext cx="8207817" cy="3807997"/>
          </a:xfrm>
          <a:prstGeom prst="rect">
            <a:avLst/>
          </a:prstGeom>
        </p:spPr>
      </p:pic>
    </p:spTree>
    <p:extLst>
      <p:ext uri="{BB962C8B-B14F-4D97-AF65-F5344CB8AC3E}">
        <p14:creationId xmlns:p14="http://schemas.microsoft.com/office/powerpoint/2010/main" val="1429863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00B0B-FFA2-C929-F25F-C14B8D6B1F6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3A38C74-95C4-1E3A-8050-7CFB9044B864}"/>
              </a:ext>
            </a:extLst>
          </p:cNvPr>
          <p:cNvSpPr>
            <a:spLocks noGrp="1"/>
          </p:cNvSpPr>
          <p:nvPr>
            <p:ph type="body" sz="quarter" idx="17"/>
          </p:nvPr>
        </p:nvSpPr>
        <p:spPr>
          <a:xfrm>
            <a:off x="1050131" y="2354401"/>
            <a:ext cx="8093869" cy="6952316"/>
          </a:xfrm>
        </p:spPr>
        <p:txBody>
          <a:bodyPr/>
          <a:lstStyle/>
          <a:p>
            <a:pPr algn="l"/>
            <a:r>
              <a:rPr lang="lv-LV" sz="3200" b="1" i="0" u="none" strike="noStrike" baseline="0" dirty="0">
                <a:solidFill>
                  <a:srgbClr val="000000"/>
                </a:solidFill>
                <a:latin typeface="Calibri" panose="020F0502020204030204" pitchFamily="34" charset="0"/>
              </a:rPr>
              <a:t>AI Pipeline:</a:t>
            </a:r>
          </a:p>
          <a:p>
            <a:pPr marL="457200" indent="-457200" algn="l">
              <a:buFont typeface="Arial" panose="020B0604020202020204" pitchFamily="34" charset="0"/>
              <a:buChar char="•"/>
            </a:pPr>
            <a:r>
              <a:rPr lang="lv-LV" sz="2600" dirty="0">
                <a:solidFill>
                  <a:srgbClr val="000000"/>
                </a:solidFill>
                <a:latin typeface="Calibri" panose="020F0502020204030204" pitchFamily="34" charset="0"/>
              </a:rPr>
              <a:t>Voice-To-Text</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Converts user input from audio to text</a:t>
            </a:r>
          </a:p>
          <a:p>
            <a:pPr marL="457200" indent="-457200" algn="l">
              <a:buFont typeface="Arial" panose="020B0604020202020204" pitchFamily="34" charset="0"/>
              <a:buChar char="•"/>
            </a:pPr>
            <a:r>
              <a:rPr lang="lv-LV" sz="2600" b="0" i="0" u="none" strike="noStrike" baseline="0" dirty="0">
                <a:solidFill>
                  <a:srgbClr val="000000"/>
                </a:solidFill>
                <a:latin typeface="Calibri" panose="020F0502020204030204" pitchFamily="34" charset="0"/>
              </a:rPr>
              <a:t>Text</a:t>
            </a:r>
            <a:r>
              <a:rPr lang="lv-LV" sz="2600" dirty="0">
                <a:solidFill>
                  <a:srgbClr val="000000"/>
                </a:solidFill>
                <a:latin typeface="Calibri" panose="020F0502020204030204" pitchFamily="34" charset="0"/>
              </a:rPr>
              <a:t>-To-Audio</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Creates music from user prompt</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Undecided yet whether real-time or pre-generated</a:t>
            </a:r>
          </a:p>
          <a:p>
            <a:pPr marL="457200" indent="-457200" algn="l">
              <a:buFont typeface="Arial" panose="020B0604020202020204" pitchFamily="34" charset="0"/>
              <a:buChar char="•"/>
            </a:pPr>
            <a:r>
              <a:rPr lang="lv-LV" sz="2600" b="0" i="0" u="none" strike="noStrike" baseline="0" dirty="0">
                <a:solidFill>
                  <a:srgbClr val="000000"/>
                </a:solidFill>
                <a:latin typeface="Calibri" panose="020F0502020204030204" pitchFamily="34" charset="0"/>
              </a:rPr>
              <a:t>Text-To-Text</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Prompt enhancing</a:t>
            </a:r>
            <a:endParaRPr lang="lv-LV" sz="2000" b="0" i="0" u="none" strike="noStrike" baseline="0" dirty="0">
              <a:solidFill>
                <a:srgbClr val="000000"/>
              </a:solidFill>
              <a:latin typeface="Calibri" panose="020F0502020204030204" pitchFamily="34" charset="0"/>
            </a:endParaRPr>
          </a:p>
          <a:p>
            <a:pPr marL="457200" indent="-457200" algn="l">
              <a:buFont typeface="Arial" panose="020B0604020202020204" pitchFamily="34" charset="0"/>
              <a:buChar char="•"/>
            </a:pPr>
            <a:r>
              <a:rPr lang="lv-LV" sz="2600" dirty="0">
                <a:solidFill>
                  <a:srgbClr val="000000"/>
                </a:solidFill>
                <a:latin typeface="Calibri" panose="020F0502020204030204" pitchFamily="34" charset="0"/>
              </a:rPr>
              <a:t>Text-To-Image</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Creating the environment</a:t>
            </a:r>
          </a:p>
          <a:p>
            <a:pPr marL="457200" indent="-457200" algn="l">
              <a:buFont typeface="Arial" panose="020B0604020202020204" pitchFamily="34" charset="0"/>
              <a:buChar char="•"/>
            </a:pPr>
            <a:r>
              <a:rPr lang="lv-LV" sz="2600" b="0" i="0" u="none" strike="noStrike" baseline="0" dirty="0">
                <a:solidFill>
                  <a:srgbClr val="000000"/>
                </a:solidFill>
                <a:latin typeface="Calibri" panose="020F0502020204030204" pitchFamily="34" charset="0"/>
              </a:rPr>
              <a:t>Inpainting</a:t>
            </a:r>
          </a:p>
          <a:p>
            <a:pPr marL="1143000" lvl="1" indent="-457200">
              <a:buFont typeface="Arial" panose="020B0604020202020204" pitchFamily="34" charset="0"/>
              <a:buChar char="•"/>
            </a:pPr>
            <a:r>
              <a:rPr lang="lv-LV" sz="2000" dirty="0">
                <a:solidFill>
                  <a:srgbClr val="000000"/>
                </a:solidFill>
                <a:latin typeface="Calibri" panose="020F0502020204030204" pitchFamily="34" charset="0"/>
              </a:rPr>
              <a:t>Removing the seam</a:t>
            </a:r>
            <a:endParaRPr lang="lv-LV" sz="2000" b="0" i="0" u="none" strike="noStrike" baseline="0" dirty="0">
              <a:solidFill>
                <a:srgbClr val="000000"/>
              </a:solidFill>
              <a:latin typeface="Calibri" panose="020F0502020204030204" pitchFamily="34" charset="0"/>
            </a:endParaRPr>
          </a:p>
          <a:p>
            <a:pPr marL="457200" indent="-457200" algn="l">
              <a:buFont typeface="Arial" panose="020B0604020202020204" pitchFamily="34" charset="0"/>
              <a:buChar char="•"/>
            </a:pPr>
            <a:r>
              <a:rPr lang="lv-LV" sz="2600" dirty="0">
                <a:solidFill>
                  <a:srgbClr val="000000"/>
                </a:solidFill>
                <a:latin typeface="Calibri" panose="020F0502020204030204" pitchFamily="34" charset="0"/>
              </a:rPr>
              <a:t>Image-To-Image</a:t>
            </a:r>
          </a:p>
          <a:p>
            <a:pPr marL="1143000" lvl="1" indent="-457200">
              <a:buFont typeface="Arial" panose="020B0604020202020204" pitchFamily="34" charset="0"/>
              <a:buChar char="•"/>
            </a:pPr>
            <a:r>
              <a:rPr lang="lv-LV" sz="2000" b="0" i="0" u="none" strike="noStrike" baseline="0" dirty="0">
                <a:solidFill>
                  <a:srgbClr val="000000"/>
                </a:solidFill>
                <a:latin typeface="Calibri" panose="020F0502020204030204" pitchFamily="34" charset="0"/>
              </a:rPr>
              <a:t>Adding user requeste</a:t>
            </a:r>
            <a:r>
              <a:rPr lang="lv-LV" sz="2000" dirty="0">
                <a:solidFill>
                  <a:srgbClr val="000000"/>
                </a:solidFill>
                <a:latin typeface="Calibri" panose="020F0502020204030204" pitchFamily="34" charset="0"/>
              </a:rPr>
              <a:t>d improvements to image</a:t>
            </a:r>
            <a:endParaRPr lang="en-BE" sz="2000" b="0" i="0" u="none" strike="noStrike" baseline="0" dirty="0">
              <a:solidFill>
                <a:srgbClr val="000000"/>
              </a:solidFill>
              <a:latin typeface="Calibri" panose="020F0502020204030204" pitchFamily="34" charset="0"/>
            </a:endParaRPr>
          </a:p>
        </p:txBody>
      </p:sp>
      <p:sp>
        <p:nvSpPr>
          <p:cNvPr id="3" name="Slide Number Placeholder 2">
            <a:extLst>
              <a:ext uri="{FF2B5EF4-FFF2-40B4-BE49-F238E27FC236}">
                <a16:creationId xmlns:a16="http://schemas.microsoft.com/office/drawing/2014/main" id="{D1DA3D58-6175-B473-8503-B725618396CD}"/>
              </a:ext>
            </a:extLst>
          </p:cNvPr>
          <p:cNvSpPr>
            <a:spLocks noGrp="1"/>
          </p:cNvSpPr>
          <p:nvPr>
            <p:ph type="sldNum" sz="quarter" idx="12"/>
          </p:nvPr>
        </p:nvSpPr>
        <p:spPr/>
        <p:txBody>
          <a:bodyPr/>
          <a:lstStyle/>
          <a:p>
            <a:fld id="{B7527A74-2D87-4307-9531-5A57D9647EEB}" type="slidenum">
              <a:rPr lang="nl-BE" smtClean="0"/>
              <a:pPr/>
              <a:t>11</a:t>
            </a:fld>
            <a:endParaRPr lang="nl-BE"/>
          </a:p>
        </p:txBody>
      </p:sp>
      <p:sp>
        <p:nvSpPr>
          <p:cNvPr id="4" name="Title 3">
            <a:extLst>
              <a:ext uri="{FF2B5EF4-FFF2-40B4-BE49-F238E27FC236}">
                <a16:creationId xmlns:a16="http://schemas.microsoft.com/office/drawing/2014/main" id="{6B63EF4E-A646-1E57-AF86-26DACA43721B}"/>
              </a:ext>
            </a:extLst>
          </p:cNvPr>
          <p:cNvSpPr>
            <a:spLocks noGrp="1"/>
          </p:cNvSpPr>
          <p:nvPr>
            <p:ph type="title"/>
          </p:nvPr>
        </p:nvSpPr>
        <p:spPr/>
        <p:txBody>
          <a:bodyPr/>
          <a:lstStyle/>
          <a:p>
            <a:pPr algn="l">
              <a:spcBef>
                <a:spcPts val="900"/>
              </a:spcBef>
              <a:spcAft>
                <a:spcPts val="900"/>
              </a:spcAft>
            </a:pPr>
            <a:r>
              <a:rPr lang="nl-BE" dirty="0"/>
              <a:t>AI: </a:t>
            </a:r>
            <a:r>
              <a:rPr lang="nl-BE" dirty="0" err="1"/>
              <a:t>and</a:t>
            </a:r>
            <a:r>
              <a:rPr lang="nl-BE" dirty="0"/>
              <a:t> </a:t>
            </a:r>
            <a:r>
              <a:rPr lang="nl-BE" dirty="0" err="1"/>
              <a:t>else</a:t>
            </a:r>
            <a:r>
              <a:rPr lang="nl-BE" dirty="0"/>
              <a:t> </a:t>
            </a:r>
            <a:r>
              <a:rPr lang="nl-BE" dirty="0" err="1"/>
              <a:t>create</a:t>
            </a:r>
            <a:r>
              <a:rPr lang="nl-BE" dirty="0"/>
              <a:t> </a:t>
            </a:r>
            <a:r>
              <a:rPr lang="nl-BE" dirty="0" err="1"/>
              <a:t>it</a:t>
            </a:r>
            <a:r>
              <a:rPr lang="nl-BE" dirty="0"/>
              <a:t>! </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527E656B-1659-3C38-98CA-4EDC4034E136}"/>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B59BFD75-C010-6621-59E1-2779DF5BBF4E}"/>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8" name="Picture 7" descr="A screenshot of a computer&#10;&#10;Description automatically generated">
            <a:extLst>
              <a:ext uri="{FF2B5EF4-FFF2-40B4-BE49-F238E27FC236}">
                <a16:creationId xmlns:a16="http://schemas.microsoft.com/office/drawing/2014/main" id="{F2968B7F-2D40-276B-48AB-CA6E1EC154A1}"/>
              </a:ext>
            </a:extLst>
          </p:cNvPr>
          <p:cNvPicPr>
            <a:picLocks noChangeAspect="1"/>
          </p:cNvPicPr>
          <p:nvPr/>
        </p:nvPicPr>
        <p:blipFill>
          <a:blip r:embed="rId2">
            <a:extLst>
              <a:ext uri="{28A0092B-C50C-407E-A947-70E740481C1C}">
                <a14:useLocalDpi xmlns:a14="http://schemas.microsoft.com/office/drawing/2010/main" val="0"/>
              </a:ext>
            </a:extLst>
          </a:blip>
          <a:srcRect b="26383"/>
          <a:stretch/>
        </p:blipFill>
        <p:spPr>
          <a:xfrm>
            <a:off x="9144000" y="2354400"/>
            <a:ext cx="6779969" cy="6952315"/>
          </a:xfrm>
          <a:prstGeom prst="rect">
            <a:avLst/>
          </a:prstGeom>
        </p:spPr>
      </p:pic>
      <p:pic>
        <p:nvPicPr>
          <p:cNvPr id="12" name="Picture 11" descr="A screenshot of a computer&#10;&#10;Description automatically generated">
            <a:extLst>
              <a:ext uri="{FF2B5EF4-FFF2-40B4-BE49-F238E27FC236}">
                <a16:creationId xmlns:a16="http://schemas.microsoft.com/office/drawing/2014/main" id="{AE526751-E581-A119-FAF0-17366710F723}"/>
              </a:ext>
            </a:extLst>
          </p:cNvPr>
          <p:cNvPicPr>
            <a:picLocks noChangeAspect="1"/>
          </p:cNvPicPr>
          <p:nvPr/>
        </p:nvPicPr>
        <p:blipFill>
          <a:blip r:embed="rId3">
            <a:extLst>
              <a:ext uri="{28A0092B-C50C-407E-A947-70E740481C1C}">
                <a14:useLocalDpi xmlns:a14="http://schemas.microsoft.com/office/drawing/2010/main" val="0"/>
              </a:ext>
            </a:extLst>
          </a:blip>
          <a:srcRect t="79203" r="53817" b="1"/>
          <a:stretch/>
        </p:blipFill>
        <p:spPr>
          <a:xfrm>
            <a:off x="14719432" y="1771650"/>
            <a:ext cx="2854889" cy="1790700"/>
          </a:xfrm>
          <a:prstGeom prst="rect">
            <a:avLst/>
          </a:prstGeom>
        </p:spPr>
      </p:pic>
    </p:spTree>
    <p:extLst>
      <p:ext uri="{BB962C8B-B14F-4D97-AF65-F5344CB8AC3E}">
        <p14:creationId xmlns:p14="http://schemas.microsoft.com/office/powerpoint/2010/main" val="39784406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0A583-EC0A-9B31-DA8F-AE09F00E275F}"/>
            </a:ext>
          </a:extLst>
        </p:cNvPr>
        <p:cNvGrpSpPr/>
        <p:nvPr/>
      </p:nvGrpSpPr>
      <p:grpSpPr>
        <a:xfrm>
          <a:off x="0" y="0"/>
          <a:ext cx="0" cy="0"/>
          <a:chOff x="0" y="0"/>
          <a:chExt cx="0" cy="0"/>
        </a:xfrm>
      </p:grpSpPr>
      <p:pic>
        <p:nvPicPr>
          <p:cNvPr id="8" name="Picture 7" descr="A building with lights on&#10;&#10;Description automatically generated">
            <a:extLst>
              <a:ext uri="{FF2B5EF4-FFF2-40B4-BE49-F238E27FC236}">
                <a16:creationId xmlns:a16="http://schemas.microsoft.com/office/drawing/2014/main" id="{593FC39F-D957-FFA2-5DCD-5277864A3B68}"/>
              </a:ext>
            </a:extLst>
          </p:cNvPr>
          <p:cNvPicPr>
            <a:picLocks noChangeAspect="1"/>
          </p:cNvPicPr>
          <p:nvPr/>
        </p:nvPicPr>
        <p:blipFill>
          <a:blip r:embed="rId2">
            <a:extLst>
              <a:ext uri="{28A0092B-C50C-407E-A947-70E740481C1C}">
                <a14:useLocalDpi xmlns:a14="http://schemas.microsoft.com/office/drawing/2010/main" val="0"/>
              </a:ext>
            </a:extLst>
          </a:blip>
          <a:srcRect l="5840" r="70051"/>
          <a:stretch/>
        </p:blipFill>
        <p:spPr>
          <a:xfrm>
            <a:off x="9394190" y="1648800"/>
            <a:ext cx="8217535" cy="7498800"/>
          </a:xfrm>
          <a:prstGeom prst="rect">
            <a:avLst/>
          </a:prstGeom>
          <a:noFill/>
        </p:spPr>
      </p:pic>
      <p:sp>
        <p:nvSpPr>
          <p:cNvPr id="2" name="Text Placeholder 1">
            <a:extLst>
              <a:ext uri="{FF2B5EF4-FFF2-40B4-BE49-F238E27FC236}">
                <a16:creationId xmlns:a16="http://schemas.microsoft.com/office/drawing/2014/main" id="{8851A269-2420-FF4C-37CD-45F4E4563B28}"/>
              </a:ext>
            </a:extLst>
          </p:cNvPr>
          <p:cNvSpPr>
            <a:spLocks noGrp="1"/>
          </p:cNvSpPr>
          <p:nvPr>
            <p:ph type="body" sz="quarter" idx="17"/>
          </p:nvPr>
        </p:nvSpPr>
        <p:spPr>
          <a:xfrm>
            <a:off x="1050131" y="2354401"/>
            <a:ext cx="8217535" cy="6111506"/>
          </a:xfrm>
        </p:spPr>
        <p:txBody>
          <a:bodyPr>
            <a:normAutofit/>
          </a:bodyPr>
          <a:lstStyle/>
          <a:p>
            <a:pPr marL="571500" indent="-571500">
              <a:buFont typeface="Arial" panose="020B0604020202020204" pitchFamily="34" charset="0"/>
              <a:buChar char="•"/>
            </a:pPr>
            <a:r>
              <a:rPr lang="lv-LV" sz="2600" dirty="0"/>
              <a:t>Needed for iteracting with the Immersive room</a:t>
            </a:r>
          </a:p>
          <a:p>
            <a:pPr marL="571500" indent="-571500">
              <a:buFont typeface="Arial" panose="020B0604020202020204" pitchFamily="34" charset="0"/>
              <a:buChar char="•"/>
            </a:pPr>
            <a:r>
              <a:rPr lang="lv-LV" sz="2600" dirty="0"/>
              <a:t>Empty environment with a giant sphere, user is in the centre</a:t>
            </a:r>
          </a:p>
          <a:p>
            <a:pPr marL="571500" indent="-571500">
              <a:buFont typeface="Arial" panose="020B0604020202020204" pitchFamily="34" charset="0"/>
              <a:buChar char="•"/>
            </a:pPr>
            <a:r>
              <a:rPr lang="lv-LV" sz="2600" dirty="0"/>
              <a:t>Image overlaid on inside surface of the sphere</a:t>
            </a:r>
          </a:p>
          <a:p>
            <a:pPr marL="571500" indent="-571500">
              <a:buFont typeface="Arial" panose="020B0604020202020204" pitchFamily="34" charset="0"/>
              <a:buChar char="•"/>
            </a:pPr>
            <a:r>
              <a:rPr lang="lv-LV" sz="2600" dirty="0"/>
              <a:t>AI generated music playing in the background</a:t>
            </a:r>
          </a:p>
          <a:p>
            <a:endParaRPr lang="en-US" sz="2600" dirty="0"/>
          </a:p>
        </p:txBody>
      </p:sp>
      <p:sp>
        <p:nvSpPr>
          <p:cNvPr id="3" name="Slide Number Placeholder 2">
            <a:extLst>
              <a:ext uri="{FF2B5EF4-FFF2-40B4-BE49-F238E27FC236}">
                <a16:creationId xmlns:a16="http://schemas.microsoft.com/office/drawing/2014/main" id="{D3A675FA-F76A-3900-5821-CEACA27ADE8F}"/>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12</a:t>
            </a:fld>
            <a:endParaRPr lang="nl-BE"/>
          </a:p>
        </p:txBody>
      </p:sp>
      <p:sp>
        <p:nvSpPr>
          <p:cNvPr id="4" name="Title 3">
            <a:extLst>
              <a:ext uri="{FF2B5EF4-FFF2-40B4-BE49-F238E27FC236}">
                <a16:creationId xmlns:a16="http://schemas.microsoft.com/office/drawing/2014/main" id="{6F339DB6-756D-FE81-5E82-B025B8E1845A}"/>
              </a:ext>
            </a:extLst>
          </p:cNvPr>
          <p:cNvSpPr>
            <a:spLocks noGrp="1"/>
          </p:cNvSpPr>
          <p:nvPr>
            <p:ph type="title"/>
          </p:nvPr>
        </p:nvSpPr>
        <p:spPr>
          <a:xfrm>
            <a:off x="998692" y="888883"/>
            <a:ext cx="16575629" cy="630355"/>
          </a:xfrm>
        </p:spPr>
        <p:txBody>
          <a:bodyPr anchor="t">
            <a:normAutofit/>
          </a:bodyPr>
          <a:lstStyle/>
          <a:p>
            <a:pPr>
              <a:spcBef>
                <a:spcPts val="900"/>
              </a:spcBef>
              <a:spcAft>
                <a:spcPts val="900"/>
              </a:spcAft>
            </a:pPr>
            <a:r>
              <a:rPr lang="nl-BE" dirty="0" err="1"/>
              <a:t>Unity</a:t>
            </a:r>
            <a:r>
              <a:rPr lang="nl-BE" dirty="0"/>
              <a:t>: </a:t>
            </a:r>
            <a:r>
              <a:rPr lang="nl-BE" dirty="0" err="1"/>
              <a:t>Ears</a:t>
            </a:r>
            <a:r>
              <a:rPr lang="nl-BE" dirty="0"/>
              <a:t> </a:t>
            </a:r>
            <a:r>
              <a:rPr lang="nl-BE" dirty="0" err="1"/>
              <a:t>and</a:t>
            </a:r>
            <a:r>
              <a:rPr lang="nl-BE" dirty="0"/>
              <a:t> </a:t>
            </a:r>
            <a:r>
              <a:rPr lang="nl-BE" dirty="0" err="1"/>
              <a:t>Eyes</a:t>
            </a:r>
            <a:r>
              <a:rPr lang="nl-BE" dirty="0"/>
              <a:t> ready? </a:t>
            </a:r>
            <a:endParaRPr lang="en-GB" b="0" i="0" dirty="0">
              <a:effectLst/>
            </a:endParaRPr>
          </a:p>
        </p:txBody>
      </p:sp>
      <p:sp>
        <p:nvSpPr>
          <p:cNvPr id="5" name="Date Placeholder 4">
            <a:extLst>
              <a:ext uri="{FF2B5EF4-FFF2-40B4-BE49-F238E27FC236}">
                <a16:creationId xmlns:a16="http://schemas.microsoft.com/office/drawing/2014/main" id="{42FEC275-7954-A5B7-1B4F-BF8D67588D2C}"/>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11/7/2024</a:t>
            </a:fld>
            <a:endParaRPr lang="nl-BE"/>
          </a:p>
        </p:txBody>
      </p:sp>
      <p:sp>
        <p:nvSpPr>
          <p:cNvPr id="6" name="Footer Placeholder 5">
            <a:extLst>
              <a:ext uri="{FF2B5EF4-FFF2-40B4-BE49-F238E27FC236}">
                <a16:creationId xmlns:a16="http://schemas.microsoft.com/office/drawing/2014/main" id="{A3AED309-BA1D-656A-F0C4-1B46FE485F7A}"/>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Tree>
    <p:extLst>
      <p:ext uri="{BB962C8B-B14F-4D97-AF65-F5344CB8AC3E}">
        <p14:creationId xmlns:p14="http://schemas.microsoft.com/office/powerpoint/2010/main" val="39161036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7A5E9-E34F-F409-29F0-517C83CAC3C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582074-F0D4-D736-24A6-F732C8F4EE4C}"/>
              </a:ext>
            </a:extLst>
          </p:cNvPr>
          <p:cNvSpPr>
            <a:spLocks noGrp="1"/>
          </p:cNvSpPr>
          <p:nvPr>
            <p:ph type="body" sz="quarter" idx="17"/>
          </p:nvPr>
        </p:nvSpPr>
        <p:spPr>
          <a:xfrm>
            <a:off x="1050131" y="2354401"/>
            <a:ext cx="16575629" cy="6952316"/>
          </a:xfrm>
        </p:spPr>
        <p:txBody>
          <a:bodyPr/>
          <a:lstStyle/>
          <a:p>
            <a:r>
              <a:rPr lang="en-US" sz="2400" dirty="0"/>
              <a:t>Connecting everything to 1 experience: is the biggest challenge!</a:t>
            </a:r>
          </a:p>
          <a:p>
            <a:endParaRPr lang="en-US" sz="2400" dirty="0"/>
          </a:p>
          <a:p>
            <a:r>
              <a:rPr lang="en-US" sz="2400" dirty="0"/>
              <a:t>Examples of connectivity</a:t>
            </a:r>
          </a:p>
          <a:p>
            <a:pPr marL="342900" indent="-342900">
              <a:buFont typeface="Arial" panose="020B0604020202020204" pitchFamily="34" charset="0"/>
              <a:buChar char="•"/>
            </a:pPr>
            <a:r>
              <a:rPr lang="en-US" sz="2400" dirty="0"/>
              <a:t> connecting AI model to the database: path to images and prompt / keywords</a:t>
            </a:r>
          </a:p>
          <a:p>
            <a:pPr marL="342900" indent="-342900">
              <a:buFont typeface="Arial" panose="020B0604020202020204" pitchFamily="34" charset="0"/>
              <a:buChar char="•"/>
            </a:pPr>
            <a:r>
              <a:rPr lang="en-US" sz="2400" dirty="0"/>
              <a:t>database to unity to show an image or the play music in the immersive room </a:t>
            </a:r>
          </a:p>
          <a:p>
            <a:endParaRPr lang="en-US" sz="2400" dirty="0"/>
          </a:p>
        </p:txBody>
      </p:sp>
      <p:sp>
        <p:nvSpPr>
          <p:cNvPr id="3" name="Slide Number Placeholder 2">
            <a:extLst>
              <a:ext uri="{FF2B5EF4-FFF2-40B4-BE49-F238E27FC236}">
                <a16:creationId xmlns:a16="http://schemas.microsoft.com/office/drawing/2014/main" id="{A241115D-CDFA-8C4F-5A9F-5BEFE27F9475}"/>
              </a:ext>
            </a:extLst>
          </p:cNvPr>
          <p:cNvSpPr>
            <a:spLocks noGrp="1"/>
          </p:cNvSpPr>
          <p:nvPr>
            <p:ph type="sldNum" sz="quarter" idx="12"/>
          </p:nvPr>
        </p:nvSpPr>
        <p:spPr/>
        <p:txBody>
          <a:bodyPr/>
          <a:lstStyle/>
          <a:p>
            <a:fld id="{B7527A74-2D87-4307-9531-5A57D9647EEB}" type="slidenum">
              <a:rPr lang="nl-BE" smtClean="0"/>
              <a:pPr/>
              <a:t>13</a:t>
            </a:fld>
            <a:endParaRPr lang="nl-BE"/>
          </a:p>
        </p:txBody>
      </p:sp>
      <p:sp>
        <p:nvSpPr>
          <p:cNvPr id="4" name="Title 3">
            <a:extLst>
              <a:ext uri="{FF2B5EF4-FFF2-40B4-BE49-F238E27FC236}">
                <a16:creationId xmlns:a16="http://schemas.microsoft.com/office/drawing/2014/main" id="{4C694208-8030-BD4A-90B5-19E8546E92EC}"/>
              </a:ext>
            </a:extLst>
          </p:cNvPr>
          <p:cNvSpPr>
            <a:spLocks noGrp="1"/>
          </p:cNvSpPr>
          <p:nvPr>
            <p:ph type="title"/>
          </p:nvPr>
        </p:nvSpPr>
        <p:spPr/>
        <p:txBody>
          <a:bodyPr/>
          <a:lstStyle/>
          <a:p>
            <a:pPr algn="l">
              <a:spcBef>
                <a:spcPts val="900"/>
              </a:spcBef>
              <a:spcAft>
                <a:spcPts val="900"/>
              </a:spcAft>
            </a:pPr>
            <a:r>
              <a:rPr lang="nl-BE" dirty="0" err="1"/>
              <a:t>Biggest</a:t>
            </a:r>
            <a:r>
              <a:rPr lang="nl-BE" dirty="0"/>
              <a:t> Challenge!</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8143F563-4D1E-B098-05B1-26CCF069FC41}"/>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C428AB42-6F04-6407-AAE8-69498CD16EC9}"/>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7" name="Picture 6" descr="A building with lights on&#10;&#10;Description automatically generated">
            <a:extLst>
              <a:ext uri="{FF2B5EF4-FFF2-40B4-BE49-F238E27FC236}">
                <a16:creationId xmlns:a16="http://schemas.microsoft.com/office/drawing/2014/main" id="{B2C523E5-851D-C783-FCFB-2EC863AB26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266688"/>
            <a:ext cx="18288000" cy="4020312"/>
          </a:xfrm>
          <a:prstGeom prst="rect">
            <a:avLst/>
          </a:prstGeom>
        </p:spPr>
      </p:pic>
    </p:spTree>
    <p:extLst>
      <p:ext uri="{BB962C8B-B14F-4D97-AF65-F5344CB8AC3E}">
        <p14:creationId xmlns:p14="http://schemas.microsoft.com/office/powerpoint/2010/main" val="20232997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41A32-9CF5-17D4-B1ED-7A4BE9ACAC8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3820B03-7C24-D27D-5AE3-8373FC32AAF1}"/>
              </a:ext>
            </a:extLst>
          </p:cNvPr>
          <p:cNvSpPr>
            <a:spLocks noGrp="1"/>
          </p:cNvSpPr>
          <p:nvPr>
            <p:ph type="body" sz="quarter" idx="17"/>
          </p:nvPr>
        </p:nvSpPr>
        <p:spPr>
          <a:xfrm>
            <a:off x="1050131" y="2354401"/>
            <a:ext cx="16575629" cy="6952316"/>
          </a:xfrm>
        </p:spPr>
        <p:txBody>
          <a:bodyPr/>
          <a:lstStyle/>
          <a:p>
            <a:pPr algn="l"/>
            <a:endParaRPr lang="en-BE" sz="1800" b="0" i="0" u="none" strike="noStrike" baseline="0" dirty="0">
              <a:solidFill>
                <a:srgbClr val="000000"/>
              </a:solidFill>
              <a:latin typeface="Calibri" panose="020F0502020204030204" pitchFamily="34" charset="0"/>
            </a:endParaRPr>
          </a:p>
          <a:p>
            <a:endParaRPr lang="en-US" sz="2400" dirty="0"/>
          </a:p>
        </p:txBody>
      </p:sp>
      <p:sp>
        <p:nvSpPr>
          <p:cNvPr id="3" name="Slide Number Placeholder 2">
            <a:extLst>
              <a:ext uri="{FF2B5EF4-FFF2-40B4-BE49-F238E27FC236}">
                <a16:creationId xmlns:a16="http://schemas.microsoft.com/office/drawing/2014/main" id="{5064F9F6-204E-E0AD-E929-150E7CD568EE}"/>
              </a:ext>
            </a:extLst>
          </p:cNvPr>
          <p:cNvSpPr>
            <a:spLocks noGrp="1"/>
          </p:cNvSpPr>
          <p:nvPr>
            <p:ph type="sldNum" sz="quarter" idx="12"/>
          </p:nvPr>
        </p:nvSpPr>
        <p:spPr/>
        <p:txBody>
          <a:bodyPr/>
          <a:lstStyle/>
          <a:p>
            <a:fld id="{B7527A74-2D87-4307-9531-5A57D9647EEB}" type="slidenum">
              <a:rPr lang="nl-BE" smtClean="0"/>
              <a:pPr/>
              <a:t>14</a:t>
            </a:fld>
            <a:endParaRPr lang="nl-BE"/>
          </a:p>
        </p:txBody>
      </p:sp>
      <p:sp>
        <p:nvSpPr>
          <p:cNvPr id="4" name="Title 3">
            <a:extLst>
              <a:ext uri="{FF2B5EF4-FFF2-40B4-BE49-F238E27FC236}">
                <a16:creationId xmlns:a16="http://schemas.microsoft.com/office/drawing/2014/main" id="{C2BEA92C-9C1B-CF20-6154-C3DC5C5E48AD}"/>
              </a:ext>
            </a:extLst>
          </p:cNvPr>
          <p:cNvSpPr>
            <a:spLocks noGrp="1"/>
          </p:cNvSpPr>
          <p:nvPr>
            <p:ph type="title"/>
          </p:nvPr>
        </p:nvSpPr>
        <p:spPr/>
        <p:txBody>
          <a:bodyPr/>
          <a:lstStyle/>
          <a:p>
            <a:pPr algn="l">
              <a:spcBef>
                <a:spcPts val="900"/>
              </a:spcBef>
              <a:spcAft>
                <a:spcPts val="900"/>
              </a:spcAft>
            </a:pPr>
            <a:r>
              <a:rPr lang="nl-BE" dirty="0" err="1"/>
              <a:t>Trello</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C815F4BE-9F30-6FAD-D3D2-C4CDF43518A4}"/>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43EBAB1C-1A96-5F28-3384-FA1C0F91928E}"/>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7" name="Picture 6" descr="A screenshot of a computer&#10;&#10;Description automatically generated">
            <a:extLst>
              <a:ext uri="{FF2B5EF4-FFF2-40B4-BE49-F238E27FC236}">
                <a16:creationId xmlns:a16="http://schemas.microsoft.com/office/drawing/2014/main" id="{CD831C21-F16F-8873-5B29-678E0DD06AF4}"/>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921009" y="1806713"/>
            <a:ext cx="14878617" cy="7381042"/>
          </a:xfrm>
          <a:prstGeom prst="rect">
            <a:avLst/>
          </a:prstGeom>
          <a:noFill/>
          <a:ln>
            <a:noFill/>
          </a:ln>
        </p:spPr>
      </p:pic>
    </p:spTree>
    <p:extLst>
      <p:ext uri="{BB962C8B-B14F-4D97-AF65-F5344CB8AC3E}">
        <p14:creationId xmlns:p14="http://schemas.microsoft.com/office/powerpoint/2010/main" val="19977519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AE811-1DDF-B8FA-0ADD-35787161518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F62987-5B4D-84C4-83CD-A6D5BA695A70}"/>
              </a:ext>
            </a:extLst>
          </p:cNvPr>
          <p:cNvSpPr>
            <a:spLocks noGrp="1"/>
          </p:cNvSpPr>
          <p:nvPr>
            <p:ph type="body" sz="quarter" idx="17"/>
          </p:nvPr>
        </p:nvSpPr>
        <p:spPr>
          <a:xfrm>
            <a:off x="1050131" y="2354401"/>
            <a:ext cx="16575629" cy="6952316"/>
          </a:xfrm>
        </p:spPr>
        <p:txBody>
          <a:bodyPr/>
          <a:lstStyle/>
          <a:p>
            <a:pPr algn="l"/>
            <a:endParaRPr lang="en-BE" sz="1800" b="0" i="0" u="none" strike="noStrike" baseline="0">
              <a:solidFill>
                <a:srgbClr val="000000"/>
              </a:solidFill>
              <a:latin typeface="Calibri" panose="020F0502020204030204" pitchFamily="34" charset="0"/>
            </a:endParaRPr>
          </a:p>
          <a:p>
            <a:endParaRPr lang="en-US" sz="2400" dirty="0"/>
          </a:p>
        </p:txBody>
      </p:sp>
      <p:sp>
        <p:nvSpPr>
          <p:cNvPr id="3" name="Slide Number Placeholder 2">
            <a:extLst>
              <a:ext uri="{FF2B5EF4-FFF2-40B4-BE49-F238E27FC236}">
                <a16:creationId xmlns:a16="http://schemas.microsoft.com/office/drawing/2014/main" id="{224893F1-68D6-0A38-D8F5-A7FD8AF314F4}"/>
              </a:ext>
            </a:extLst>
          </p:cNvPr>
          <p:cNvSpPr>
            <a:spLocks noGrp="1"/>
          </p:cNvSpPr>
          <p:nvPr>
            <p:ph type="sldNum" sz="quarter" idx="12"/>
          </p:nvPr>
        </p:nvSpPr>
        <p:spPr/>
        <p:txBody>
          <a:bodyPr/>
          <a:lstStyle/>
          <a:p>
            <a:fld id="{B7527A74-2D87-4307-9531-5A57D9647EEB}" type="slidenum">
              <a:rPr lang="nl-BE" smtClean="0"/>
              <a:pPr/>
              <a:t>15</a:t>
            </a:fld>
            <a:endParaRPr lang="nl-BE"/>
          </a:p>
        </p:txBody>
      </p:sp>
      <p:sp>
        <p:nvSpPr>
          <p:cNvPr id="4" name="Title 3">
            <a:extLst>
              <a:ext uri="{FF2B5EF4-FFF2-40B4-BE49-F238E27FC236}">
                <a16:creationId xmlns:a16="http://schemas.microsoft.com/office/drawing/2014/main" id="{7FCBB985-1A32-18E0-C9B5-75C5C1DB05D0}"/>
              </a:ext>
            </a:extLst>
          </p:cNvPr>
          <p:cNvSpPr>
            <a:spLocks noGrp="1"/>
          </p:cNvSpPr>
          <p:nvPr>
            <p:ph type="title"/>
          </p:nvPr>
        </p:nvSpPr>
        <p:spPr/>
        <p:txBody>
          <a:bodyPr/>
          <a:lstStyle/>
          <a:p>
            <a:pPr algn="l">
              <a:spcBef>
                <a:spcPts val="900"/>
              </a:spcBef>
              <a:spcAft>
                <a:spcPts val="900"/>
              </a:spcAft>
            </a:pPr>
            <a:r>
              <a:rPr lang="nl-BE"/>
              <a:t>Trello</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A6103DC5-37F5-924B-70A4-C86084765C0B}"/>
              </a:ext>
            </a:extLst>
          </p:cNvPr>
          <p:cNvSpPr>
            <a:spLocks noGrp="1"/>
          </p:cNvSpPr>
          <p:nvPr>
            <p:ph type="dt" sz="half" idx="10"/>
          </p:nvPr>
        </p:nvSpPr>
        <p:spPr/>
        <p:txBody>
          <a:bodyPr/>
          <a:lstStyle/>
          <a:p>
            <a:fld id="{EEB9FFE0-59FF-4E33-9CF1-FBB947891542}" type="datetime1">
              <a:rPr lang="en-US" smtClean="0"/>
              <a:t>11/7/2024</a:t>
            </a:fld>
            <a:endParaRPr lang="nl-BE" dirty="0"/>
          </a:p>
        </p:txBody>
      </p:sp>
      <p:sp>
        <p:nvSpPr>
          <p:cNvPr id="6" name="Footer Placeholder 5">
            <a:extLst>
              <a:ext uri="{FF2B5EF4-FFF2-40B4-BE49-F238E27FC236}">
                <a16:creationId xmlns:a16="http://schemas.microsoft.com/office/drawing/2014/main" id="{5C02C0B7-1863-CC5C-8D64-F31F5723438B}"/>
              </a:ext>
            </a:extLst>
          </p:cNvPr>
          <p:cNvSpPr>
            <a:spLocks noGrp="1"/>
          </p:cNvSpPr>
          <p:nvPr>
            <p:ph type="ftr" sz="quarter" idx="11"/>
          </p:nvPr>
        </p:nvSpPr>
        <p:spPr/>
        <p:txBody>
          <a:bodyPr/>
          <a:lstStyle/>
          <a:p>
            <a:r>
              <a:rPr lang="en-US"/>
              <a:t>Virtual GlobeTrotter Team Project 2CTAI</a:t>
            </a:r>
            <a:endParaRPr lang="nl-BE" dirty="0"/>
          </a:p>
        </p:txBody>
      </p:sp>
      <p:pic>
        <p:nvPicPr>
          <p:cNvPr id="7" name="Picture 6" descr="A screenshot of a computer&#10;&#10;Description automatically generated">
            <a:extLst>
              <a:ext uri="{FF2B5EF4-FFF2-40B4-BE49-F238E27FC236}">
                <a16:creationId xmlns:a16="http://schemas.microsoft.com/office/drawing/2014/main" id="{AB9C155F-2313-08CC-DF74-5DB2AB24D8C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229998" y="1806713"/>
            <a:ext cx="7217091" cy="7426478"/>
          </a:xfrm>
          <a:prstGeom prst="rect">
            <a:avLst/>
          </a:prstGeom>
          <a:noFill/>
          <a:ln>
            <a:noFill/>
          </a:ln>
        </p:spPr>
      </p:pic>
    </p:spTree>
    <p:extLst>
      <p:ext uri="{BB962C8B-B14F-4D97-AF65-F5344CB8AC3E}">
        <p14:creationId xmlns:p14="http://schemas.microsoft.com/office/powerpoint/2010/main" val="539234282"/>
      </p:ext>
    </p:extLst>
  </p:cSld>
  <p:clrMapOvr>
    <a:masterClrMapping/>
  </p:clrMapOvr>
</p:sld>
</file>

<file path=ppt/theme/theme1.xml><?xml version="1.0" encoding="utf-8"?>
<a:theme xmlns:a="http://schemas.openxmlformats.org/drawingml/2006/main" name="Howest NL">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Howest EN">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Howest NL met tweede logo">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D0185FF4C350E4FBC1D9C6755033037" ma:contentTypeVersion="5" ma:contentTypeDescription="Een nieuw document maken." ma:contentTypeScope="" ma:versionID="54834040f847a9128d07fee6bb87a34f">
  <xsd:schema xmlns:xsd="http://www.w3.org/2001/XMLSchema" xmlns:xs="http://www.w3.org/2001/XMLSchema" xmlns:p="http://schemas.microsoft.com/office/2006/metadata/properties" xmlns:ns2="d374f1f6-a7bc-4ce3-8ce4-dbead62070db" targetNamespace="http://schemas.microsoft.com/office/2006/metadata/properties" ma:root="true" ma:fieldsID="a64fb42c7f0498b8b863d5f220b52cfe" ns2:_="">
    <xsd:import namespace="d374f1f6-a7bc-4ce3-8ce4-dbead62070db"/>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374f1f6-a7bc-4ce3-8ce4-dbead62070d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89D7BF5-FA67-45FF-A287-CE11E2521B25}">
  <ds:schemaRefs>
    <ds:schemaRef ds:uri="http://schemas.microsoft.com/office/2006/documentManagement/types"/>
    <ds:schemaRef ds:uri="http://purl.org/dc/dcmitype/"/>
    <ds:schemaRef ds:uri="d374f1f6-a7bc-4ce3-8ce4-dbead62070db"/>
    <ds:schemaRef ds:uri="http://www.w3.org/XML/1998/namespace"/>
    <ds:schemaRef ds:uri="http://purl.org/dc/terms/"/>
    <ds:schemaRef ds:uri="http://purl.org/dc/elements/1.1/"/>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0B948370-5113-4053-81DD-76230B49C2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374f1f6-a7bc-4ce3-8ce4-dbead62070d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7E805CF-5123-4B02-8348-B20123482E1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11227</TotalTime>
  <Words>482</Words>
  <Application>Microsoft Office PowerPoint</Application>
  <PresentationFormat>Custom</PresentationFormat>
  <Paragraphs>149</Paragraphs>
  <Slides>15</Slides>
  <Notes>2</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15</vt:i4>
      </vt:variant>
    </vt:vector>
  </HeadingPairs>
  <TitlesOfParts>
    <vt:vector size="23" baseType="lpstr">
      <vt:lpstr>Arial</vt:lpstr>
      <vt:lpstr>Arial Rounded MT Bold</vt:lpstr>
      <vt:lpstr>Calibri</vt:lpstr>
      <vt:lpstr>Calibri Light</vt:lpstr>
      <vt:lpstr>Lato Extended</vt:lpstr>
      <vt:lpstr>Howest NL</vt:lpstr>
      <vt:lpstr>Howest EN</vt:lpstr>
      <vt:lpstr>Howest NL met tweede logo</vt:lpstr>
      <vt:lpstr>Virtual GlobeTrotter</vt:lpstr>
      <vt:lpstr>Table of content</vt:lpstr>
      <vt:lpstr>Team Role Distribution</vt:lpstr>
      <vt:lpstr>PowerPoint Presentation</vt:lpstr>
      <vt:lpstr>Project Description</vt:lpstr>
      <vt:lpstr>Story points</vt:lpstr>
      <vt:lpstr>Technical solution  Diagram</vt:lpstr>
      <vt:lpstr>Website: The Start</vt:lpstr>
      <vt:lpstr>User Journey</vt:lpstr>
      <vt:lpstr>Database: find the right one</vt:lpstr>
      <vt:lpstr>AI: and else create it! </vt:lpstr>
      <vt:lpstr>Unity: Ears and Eyes ready? </vt:lpstr>
      <vt:lpstr>Biggest Challenge!</vt:lpstr>
      <vt:lpstr>Trello</vt:lpstr>
      <vt:lpstr>Trello</vt:lpstr>
    </vt:vector>
  </TitlesOfParts>
  <Company>Howest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regis.le.roy@howest.be</dc:creator>
  <cp:lastModifiedBy>Deslé Isabelle</cp:lastModifiedBy>
  <cp:revision>191</cp:revision>
  <dcterms:created xsi:type="dcterms:W3CDTF">2019-05-02T19:50:51Z</dcterms:created>
  <dcterms:modified xsi:type="dcterms:W3CDTF">2024-11-07T15:47:01Z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0x010100AD0185FF4C350E4FBC1D9C6755033037</vt:lpwstr>
  </property>
</Properties>
</file>