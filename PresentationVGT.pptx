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 id="2147483710" r:id="rId5"/>
    <p:sldMasterId id="2147483736" r:id="rId6"/>
  </p:sldMasterIdLst>
  <p:notesMasterIdLst>
    <p:notesMasterId r:id="rId20"/>
  </p:notesMasterIdLst>
  <p:handoutMasterIdLst>
    <p:handoutMasterId r:id="rId21"/>
  </p:handoutMasterIdLst>
  <p:sldIdLst>
    <p:sldId id="301" r:id="rId7"/>
    <p:sldId id="302" r:id="rId8"/>
    <p:sldId id="337" r:id="rId9"/>
    <p:sldId id="334" r:id="rId10"/>
    <p:sldId id="338" r:id="rId11"/>
    <p:sldId id="336" r:id="rId12"/>
    <p:sldId id="342" r:id="rId13"/>
    <p:sldId id="344" r:id="rId14"/>
    <p:sldId id="335" r:id="rId15"/>
    <p:sldId id="339" r:id="rId16"/>
    <p:sldId id="341" r:id="rId17"/>
    <p:sldId id="345" r:id="rId18"/>
    <p:sldId id="343" r:id="rId19"/>
  </p:sldIdLst>
  <p:sldSz cx="18288000" cy="1028700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FFCC"/>
    <a:srgbClr val="FFFFFF"/>
    <a:srgbClr val="44C8F5"/>
    <a:srgbClr val="AFABAB"/>
    <a:srgbClr val="CA483E"/>
    <a:srgbClr val="4472C4"/>
    <a:srgbClr val="E3EA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E60E07-D841-4AE0-9037-9C4FA1B76649}" v="69" dt="2024-11-06T17:12:13.291"/>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0387" autoAdjust="0"/>
  </p:normalViewPr>
  <p:slideViewPr>
    <p:cSldViewPr snapToGrid="0" showGuides="1">
      <p:cViewPr varScale="1">
        <p:scale>
          <a:sx n="60" d="100"/>
          <a:sy n="60" d="100"/>
        </p:scale>
        <p:origin x="720" y="25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howGuides="1">
      <p:cViewPr>
        <p:scale>
          <a:sx n="150" d="100"/>
          <a:sy n="150" d="100"/>
        </p:scale>
        <p:origin x="2454" y="336"/>
      </p:cViewPr>
      <p:guideLst/>
    </p:cSldViewPr>
  </p:notesViewPr>
  <p:gridSpacing cx="719999" cy="719999"/>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https://d.docs.live.net/7d0bdc8d4b5c7b14/2S1_005_TEAM_PROJECT/STORYPOINT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chemeClr val="bg1"/>
            </a:solidFill>
          </c:spPr>
          <c:dPt>
            <c:idx val="0"/>
            <c:bubble3D val="0"/>
            <c:spPr>
              <a:solidFill>
                <a:schemeClr val="accent4">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4BE7-4430-918B-9C43EE402BBA}"/>
              </c:ext>
            </c:extLst>
          </c:dPt>
          <c:dPt>
            <c:idx val="1"/>
            <c:bubble3D val="0"/>
            <c:spPr>
              <a:solidFill>
                <a:schemeClr val="accent4">
                  <a:lumMod val="60000"/>
                  <a:lumOff val="4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4BE7-4430-918B-9C43EE402BBA}"/>
              </c:ext>
            </c:extLst>
          </c:dPt>
          <c:dPt>
            <c:idx val="2"/>
            <c:bubble3D val="0"/>
            <c:spPr>
              <a:solidFill>
                <a:srgbClr val="CCFFC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4BE7-4430-918B-9C43EE402BBA}"/>
              </c:ext>
            </c:extLst>
          </c:dPt>
          <c:dPt>
            <c:idx val="3"/>
            <c:bubble3D val="0"/>
            <c:spPr>
              <a:solidFill>
                <a:schemeClr val="accent1">
                  <a:lumMod val="20000"/>
                  <a:lumOff val="8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4BE7-4430-918B-9C43EE402BBA}"/>
              </c:ext>
            </c:extLst>
          </c:dPt>
          <c:dPt>
            <c:idx val="4"/>
            <c:bubble3D val="0"/>
            <c:spPr>
              <a:solidFill>
                <a:schemeClr val="accent3">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4BE7-4430-918B-9C43EE402BBA}"/>
              </c:ext>
            </c:extLst>
          </c:dPt>
          <c:dPt>
            <c:idx val="5"/>
            <c:bubble3D val="0"/>
            <c:spPr>
              <a:solidFill>
                <a:srgbClr val="FFFF00"/>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4BE7-4430-918B-9C43EE402BBA}"/>
              </c:ext>
            </c:extLst>
          </c:dPt>
          <c:dPt>
            <c:idx val="6"/>
            <c:bubble3D val="0"/>
            <c:spPr>
              <a:solidFill>
                <a:srgbClr val="FFC000"/>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4BE7-4430-918B-9C43EE402BBA}"/>
              </c:ext>
            </c:extLst>
          </c:dPt>
          <c:dLbls>
            <c:dLbl>
              <c:idx val="4"/>
              <c:layout>
                <c:manualLayout>
                  <c:x val="8.3783245844269411E-2"/>
                  <c:y val="-0.11024132400116661"/>
                </c:manualLayout>
              </c:layout>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4BE7-4430-918B-9C43EE402BBA}"/>
                </c:ext>
              </c:extLst>
            </c:dLbl>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BE"/>
              </a:p>
            </c:txPr>
            <c:dLblPos val="ct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Sheet1!$A$1:$A$7</c:f>
              <c:strCache>
                <c:ptCount val="7"/>
                <c:pt idx="0">
                  <c:v>UI</c:v>
                </c:pt>
                <c:pt idx="1">
                  <c:v>Api</c:v>
                </c:pt>
                <c:pt idx="2">
                  <c:v>Unity</c:v>
                </c:pt>
                <c:pt idx="3">
                  <c:v>AI</c:v>
                </c:pt>
                <c:pt idx="4">
                  <c:v>Documentation</c:v>
                </c:pt>
                <c:pt idx="5">
                  <c:v>Database</c:v>
                </c:pt>
                <c:pt idx="6">
                  <c:v>Connectivity</c:v>
                </c:pt>
              </c:strCache>
            </c:strRef>
          </c:cat>
          <c:val>
            <c:numRef>
              <c:f>Sheet1!$F$1:$F$7</c:f>
              <c:numCache>
                <c:formatCode>General</c:formatCode>
                <c:ptCount val="7"/>
                <c:pt idx="0">
                  <c:v>10</c:v>
                </c:pt>
                <c:pt idx="1">
                  <c:v>24</c:v>
                </c:pt>
                <c:pt idx="2">
                  <c:v>14</c:v>
                </c:pt>
                <c:pt idx="3">
                  <c:v>14</c:v>
                </c:pt>
                <c:pt idx="4">
                  <c:v>3</c:v>
                </c:pt>
                <c:pt idx="5">
                  <c:v>7</c:v>
                </c:pt>
                <c:pt idx="6">
                  <c:v>28</c:v>
                </c:pt>
              </c:numCache>
            </c:numRef>
          </c:val>
          <c:extLst>
            <c:ext xmlns:c16="http://schemas.microsoft.com/office/drawing/2014/chart" uri="{C3380CC4-5D6E-409C-BE32-E72D297353CC}">
              <c16:uniqueId val="{0000000E-4BE7-4430-918B-9C43EE402BBA}"/>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layout>
        <c:manualLayout>
          <c:xMode val="edge"/>
          <c:yMode val="edge"/>
          <c:x val="0.76852941418554799"/>
          <c:y val="0.26854406096701583"/>
          <c:w val="0.22610997235203814"/>
          <c:h val="0.66801000274325284"/>
        </c:manualLayout>
      </c:layout>
      <c:overlay val="0"/>
      <c:spPr>
        <a:noFill/>
        <a:ln>
          <a:noFill/>
        </a:ln>
        <a:effectLst/>
      </c:spPr>
      <c:txPr>
        <a:bodyPr rot="0" spcFirstLastPara="1" vertOverflow="ellipsis" vert="horz" wrap="square" anchor="ctr" anchorCtr="1"/>
        <a:lstStyle/>
        <a:p>
          <a:pPr>
            <a:lnSpc>
              <a:spcPct val="100000"/>
            </a:lnSpc>
            <a:defRPr sz="2400" b="0" i="0" u="none" strike="noStrike" kern="1200" baseline="0">
              <a:solidFill>
                <a:schemeClr val="tx1"/>
              </a:solidFill>
              <a:latin typeface="+mn-lt"/>
              <a:ea typeface="+mn-ea"/>
              <a:cs typeface="+mn-cs"/>
            </a:defRPr>
          </a:pPr>
          <a:endParaRPr lang="en-B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rgbClr val="FFFFFF"/>
    </a:solidFill>
    <a:ln>
      <a:noFill/>
    </a:ln>
    <a:effectLst/>
  </c:spPr>
  <c:txPr>
    <a:bodyPr/>
    <a:lstStyle/>
    <a:p>
      <a:pPr>
        <a:defRPr>
          <a:solidFill>
            <a:schemeClr val="tx1"/>
          </a:solidFill>
        </a:defRPr>
      </a:pPr>
      <a:endParaRPr lang="en-B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49550E8D-2687-4B55-AC6F-1FBD87CF06BB}"/>
              </a:ext>
            </a:extLst>
          </p:cNvPr>
          <p:cNvSpPr>
            <a:spLocks noGrp="1"/>
          </p:cNvSpPr>
          <p:nvPr>
            <p:ph type="hdr" sz="quarter"/>
          </p:nvPr>
        </p:nvSpPr>
        <p:spPr>
          <a:xfrm>
            <a:off x="1505588" y="108502"/>
            <a:ext cx="5539587" cy="216755"/>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a:extLst>
              <a:ext uri="{FF2B5EF4-FFF2-40B4-BE49-F238E27FC236}">
                <a16:creationId xmlns:a16="http://schemas.microsoft.com/office/drawing/2014/main" id="{62C4A80C-7EC9-478E-BFC2-BEAEB6355605}"/>
              </a:ext>
            </a:extLst>
          </p:cNvPr>
          <p:cNvSpPr>
            <a:spLocks noGrp="1"/>
          </p:cNvSpPr>
          <p:nvPr>
            <p:ph type="dt" sz="quarter" idx="1"/>
          </p:nvPr>
        </p:nvSpPr>
        <p:spPr>
          <a:xfrm>
            <a:off x="4633297" y="108502"/>
            <a:ext cx="3962400" cy="216755"/>
          </a:xfrm>
          <a:prstGeom prst="rect">
            <a:avLst/>
          </a:prstGeom>
        </p:spPr>
        <p:txBody>
          <a:bodyPr vert="horz" lIns="91440" tIns="45720" rIns="91440" bIns="45720" rtlCol="0"/>
          <a:lstStyle>
            <a:lvl1pPr algn="r">
              <a:defRPr sz="1200"/>
            </a:lvl1pPr>
          </a:lstStyle>
          <a:p>
            <a:fld id="{B851D6B0-C309-4360-AADA-E0100A701C51}" type="datetimeFigureOut">
              <a:rPr lang="nl-BE" smtClean="0"/>
              <a:t>6/11/2024</a:t>
            </a:fld>
            <a:endParaRPr lang="nl-BE"/>
          </a:p>
        </p:txBody>
      </p:sp>
      <p:sp>
        <p:nvSpPr>
          <p:cNvPr id="4" name="Tijdelijke aanduiding voor voettekst 3">
            <a:extLst>
              <a:ext uri="{FF2B5EF4-FFF2-40B4-BE49-F238E27FC236}">
                <a16:creationId xmlns:a16="http://schemas.microsoft.com/office/drawing/2014/main" id="{EEAA731C-3B25-44FC-ABC1-2A77BCFD587A}"/>
              </a:ext>
            </a:extLst>
          </p:cNvPr>
          <p:cNvSpPr>
            <a:spLocks noGrp="1"/>
          </p:cNvSpPr>
          <p:nvPr>
            <p:ph type="ftr" sz="quarter" idx="2"/>
          </p:nvPr>
        </p:nvSpPr>
        <p:spPr>
          <a:xfrm>
            <a:off x="523045" y="6218916"/>
            <a:ext cx="7043767" cy="216755"/>
          </a:xfrm>
          <a:prstGeom prst="rect">
            <a:avLst/>
          </a:prstGeom>
        </p:spPr>
        <p:txBody>
          <a:bodyPr vert="horz" lIns="91440" tIns="45720" rIns="91440" bIns="45720" rtlCol="0" anchor="b"/>
          <a:lstStyle>
            <a:lvl1pPr algn="l">
              <a:defRPr sz="1200"/>
            </a:lvl1pPr>
          </a:lstStyle>
          <a:p>
            <a:endParaRPr lang="nl-BE"/>
          </a:p>
        </p:txBody>
      </p:sp>
      <p:sp>
        <p:nvSpPr>
          <p:cNvPr id="5" name="Tijdelijke aanduiding voor dianummer 4">
            <a:extLst>
              <a:ext uri="{FF2B5EF4-FFF2-40B4-BE49-F238E27FC236}">
                <a16:creationId xmlns:a16="http://schemas.microsoft.com/office/drawing/2014/main" id="{509BC4C9-5927-4A4C-9D62-F4FCB8CB3205}"/>
              </a:ext>
            </a:extLst>
          </p:cNvPr>
          <p:cNvSpPr>
            <a:spLocks noGrp="1"/>
          </p:cNvSpPr>
          <p:nvPr>
            <p:ph type="sldNum" sz="quarter" idx="3"/>
          </p:nvPr>
        </p:nvSpPr>
        <p:spPr>
          <a:xfrm>
            <a:off x="8049510" y="6237326"/>
            <a:ext cx="546187" cy="198345"/>
          </a:xfrm>
          <a:prstGeom prst="rect">
            <a:avLst/>
          </a:prstGeom>
        </p:spPr>
        <p:txBody>
          <a:bodyPr vert="horz" lIns="91440" tIns="45720" rIns="91440" bIns="45720" rtlCol="0" anchor="b"/>
          <a:lstStyle>
            <a:lvl1pPr algn="r">
              <a:defRPr sz="1200"/>
            </a:lvl1pPr>
          </a:lstStyle>
          <a:p>
            <a:fld id="{08C79EED-929D-483E-9007-D3F59A4C8C3F}" type="slidenum">
              <a:rPr lang="nl-BE" smtClean="0"/>
              <a:t>‹#›</a:t>
            </a:fld>
            <a:endParaRPr lang="nl-BE"/>
          </a:p>
        </p:txBody>
      </p:sp>
      <p:pic>
        <p:nvPicPr>
          <p:cNvPr id="7" name="Afbeelding 6">
            <a:extLst>
              <a:ext uri="{FF2B5EF4-FFF2-40B4-BE49-F238E27FC236}">
                <a16:creationId xmlns:a16="http://schemas.microsoft.com/office/drawing/2014/main" id="{41A637C1-C271-414F-B837-89650030A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8" name="Rechte verbindingslijn 7">
            <a:extLst>
              <a:ext uri="{FF2B5EF4-FFF2-40B4-BE49-F238E27FC236}">
                <a16:creationId xmlns:a16="http://schemas.microsoft.com/office/drawing/2014/main" id="{2EAA0E41-0FD2-4F96-9F26-A36EB18A8771}"/>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70211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nl-BE" dirty="0"/>
          </a:p>
        </p:txBody>
      </p:sp>
      <p:sp>
        <p:nvSpPr>
          <p:cNvPr id="3" name="Tijdelijke aanduiding voor datum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01C07673-66AC-46B1-89BD-061114F0C338}" type="datetimeFigureOut">
              <a:rPr lang="nl-BE" smtClean="0"/>
              <a:t>6/11/2024</a:t>
            </a:fld>
            <a:endParaRPr lang="nl-BE"/>
          </a:p>
        </p:txBody>
      </p:sp>
      <p:sp>
        <p:nvSpPr>
          <p:cNvPr id="4" name="Tijdelijke aanduiding voor dia-afbeelding 3"/>
          <p:cNvSpPr>
            <a:spLocks noGrp="1" noRot="1" noChangeAspect="1"/>
          </p:cNvSpPr>
          <p:nvPr>
            <p:ph type="sldImg" idx="2"/>
          </p:nvPr>
        </p:nvSpPr>
        <p:spPr>
          <a:xfrm>
            <a:off x="615157" y="702310"/>
            <a:ext cx="3996267" cy="2247900"/>
          </a:xfrm>
          <a:prstGeom prst="rect">
            <a:avLst/>
          </a:prstGeom>
          <a:noFill/>
          <a:ln w="12700">
            <a:solidFill>
              <a:prstClr val="black"/>
            </a:solidFill>
          </a:ln>
        </p:spPr>
        <p:txBody>
          <a:bodyPr vert="horz" lIns="91440" tIns="45720" rIns="91440" bIns="45720" rtlCol="0" anchor="ctr"/>
          <a:lstStyle/>
          <a:p>
            <a:endParaRPr lang="nl-BE"/>
          </a:p>
        </p:txBody>
      </p:sp>
      <p:sp>
        <p:nvSpPr>
          <p:cNvPr id="6" name="Tijdelijke aanduiding voor voettekst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6C23E295-A1A5-4488-BC09-D942F81F4A15}" type="slidenum">
              <a:rPr lang="nl-BE" smtClean="0"/>
              <a:t>‹#›</a:t>
            </a:fld>
            <a:endParaRPr lang="nl-BE"/>
          </a:p>
        </p:txBody>
      </p:sp>
      <p:sp>
        <p:nvSpPr>
          <p:cNvPr id="8" name="Tijdelijke aanduiding voor datum 2">
            <a:extLst>
              <a:ext uri="{FF2B5EF4-FFF2-40B4-BE49-F238E27FC236}">
                <a16:creationId xmlns:a16="http://schemas.microsoft.com/office/drawing/2014/main" id="{944846E0-E852-40C1-B969-83476F3B76F7}"/>
              </a:ext>
            </a:extLst>
          </p:cNvPr>
          <p:cNvSpPr txBox="1">
            <a:spLocks/>
          </p:cNvSpPr>
          <p:nvPr/>
        </p:nvSpPr>
        <p:spPr>
          <a:xfrm>
            <a:off x="4633297" y="108502"/>
            <a:ext cx="3962400" cy="216755"/>
          </a:xfrm>
          <a:prstGeom prst="rect">
            <a:avLst/>
          </a:prstGeom>
        </p:spPr>
        <p:txBody>
          <a:bodyPr vert="horz" lIns="91440" tIns="45720" rIns="91440" bIns="45720" rtlCol="0"/>
          <a:lstStyle>
            <a:defPPr>
              <a:defRPr lang="en-US"/>
            </a:defPPr>
            <a:lvl1pPr marL="0" algn="r"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B851D6B0-C309-4360-AADA-E0100A701C51}" type="datetimeFigureOut">
              <a:rPr lang="nl-BE" smtClean="0"/>
              <a:pPr/>
              <a:t>6/11/2024</a:t>
            </a:fld>
            <a:endParaRPr lang="nl-BE"/>
          </a:p>
        </p:txBody>
      </p:sp>
      <p:pic>
        <p:nvPicPr>
          <p:cNvPr id="10" name="Afbeelding 9">
            <a:extLst>
              <a:ext uri="{FF2B5EF4-FFF2-40B4-BE49-F238E27FC236}">
                <a16:creationId xmlns:a16="http://schemas.microsoft.com/office/drawing/2014/main" id="{CABF7A55-6C0F-4E87-AFC0-BB240FFF9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6224" y="-12274"/>
            <a:ext cx="1022976" cy="524275"/>
          </a:xfrm>
          <a:prstGeom prst="rect">
            <a:avLst/>
          </a:prstGeom>
        </p:spPr>
      </p:pic>
      <p:cxnSp>
        <p:nvCxnSpPr>
          <p:cNvPr id="11" name="Rechte verbindingslijn 10">
            <a:extLst>
              <a:ext uri="{FF2B5EF4-FFF2-40B4-BE49-F238E27FC236}">
                <a16:creationId xmlns:a16="http://schemas.microsoft.com/office/drawing/2014/main" id="{0778B21D-7FB4-4703-A374-CC34AE860216}"/>
              </a:ext>
            </a:extLst>
          </p:cNvPr>
          <p:cNvCxnSpPr>
            <a:cxnSpLocks/>
          </p:cNvCxnSpPr>
          <p:nvPr/>
        </p:nvCxnSpPr>
        <p:spPr>
          <a:xfrm>
            <a:off x="615157" y="478051"/>
            <a:ext cx="7887493"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ijdelijke aanduiding voor notities 4">
            <a:extLst>
              <a:ext uri="{FF2B5EF4-FFF2-40B4-BE49-F238E27FC236}">
                <a16:creationId xmlns:a16="http://schemas.microsoft.com/office/drawing/2014/main" id="{CC94D0D5-1E80-4534-99C4-6E80E3027CAD}"/>
              </a:ext>
            </a:extLst>
          </p:cNvPr>
          <p:cNvSpPr>
            <a:spLocks noGrp="1"/>
          </p:cNvSpPr>
          <p:nvPr>
            <p:ph type="body" sz="quarter" idx="3"/>
          </p:nvPr>
        </p:nvSpPr>
        <p:spPr>
          <a:xfrm>
            <a:off x="615156" y="3043270"/>
            <a:ext cx="8281193" cy="3283879"/>
          </a:xfrm>
          <a:prstGeom prst="rect">
            <a:avLst/>
          </a:prstGeom>
        </p:spPr>
        <p:txBody>
          <a:bodyPr vert="horz" lIns="91440" tIns="45720" rIns="91440" bIns="45720" rtlCol="0"/>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2423332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15950" y="701675"/>
            <a:ext cx="3995738" cy="2247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23E295-A1A5-4488-BC09-D942F81F4A15}" type="slidenum">
              <a:rPr lang="nl-BE" smtClean="0"/>
              <a:t>2</a:t>
            </a:fld>
            <a:endParaRPr lang="nl-BE"/>
          </a:p>
        </p:txBody>
      </p:sp>
    </p:spTree>
    <p:extLst>
      <p:ext uri="{BB962C8B-B14F-4D97-AF65-F5344CB8AC3E}">
        <p14:creationId xmlns:p14="http://schemas.microsoft.com/office/powerpoint/2010/main" val="3979624069"/>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1.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udenthowest.sharepoint.com/sites/staff/COMM/SitePages/Huisstijl.aspx" TargetMode="Externa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2.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1.jpg"/><Relationship Id="rId1" Type="http://schemas.openxmlformats.org/officeDocument/2006/relationships/slideMaster" Target="../slideMasters/slideMaster2.xml"/><Relationship Id="rId4" Type="http://schemas.openxmlformats.org/officeDocument/2006/relationships/image" Target="../media/image16.svg"/></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8" Type="http://schemas.openxmlformats.org/officeDocument/2006/relationships/hyperlink" Target="mailto:regis.le.roy@howest.be" TargetMode="External"/><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Master" Target="../slideMasters/slideMaster3.xml"/><Relationship Id="rId6" Type="http://schemas.openxmlformats.org/officeDocument/2006/relationships/image" Target="../media/image5.JPG"/><Relationship Id="rId11" Type="http://schemas.openxmlformats.org/officeDocument/2006/relationships/image" Target="../media/image8.jpg"/><Relationship Id="rId5" Type="http://schemas.openxmlformats.org/officeDocument/2006/relationships/image" Target="../media/image4.JPG"/><Relationship Id="rId10" Type="http://schemas.openxmlformats.org/officeDocument/2006/relationships/image" Target="../media/image7.JPG"/><Relationship Id="rId4" Type="http://schemas.openxmlformats.org/officeDocument/2006/relationships/hyperlink" Target="https://www.flickr.com/photos/howestbe/albums" TargetMode="External"/><Relationship Id="rId9" Type="http://schemas.openxmlformats.org/officeDocument/2006/relationships/hyperlink" Target="https://start.howest.be/StrategieCommunicatie/Communicatie" TargetMode="Externa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2.0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hlinkClick r:id="rId9"/>
              </a:rPr>
              <a:t>https://studenthowest.sharepoint.com/sites/staff/COMM/SitePages/Huisstijl.aspx</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4" name="Afbeelding 3">
            <a:extLst>
              <a:ext uri="{FF2B5EF4-FFF2-40B4-BE49-F238E27FC236}">
                <a16:creationId xmlns:a16="http://schemas.microsoft.com/office/drawing/2014/main" id="{5B39836E-004F-43A1-BAE3-C85C57A18D2C}"/>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07362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dirty="0"/>
            </a:br>
            <a:br>
              <a:rPr lang="nl-BE" noProof="0" dirty="0"/>
            </a:br>
            <a:r>
              <a:rPr lang="nl-BE" noProof="0" dirty="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7462994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6711901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75691860"/>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37897611"/>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9720300-64FC-4FDF-A2A5-59CA95955096}" type="datetime1">
              <a:rPr lang="en-US" noProof="0" smtClean="0"/>
              <a:t>11/6/2024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noProof="0" smtClean="0"/>
              <a:pPr/>
              <a:t>‹#›</a:t>
            </a:fld>
            <a:endParaRPr lang="nl-BE" noProof="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015177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0A3E81-D504-487D-AF03-819239CC2C0A}" type="datetime1">
              <a:rPr lang="en-US" noProof="0" smtClean="0"/>
              <a:t>11/6/2024</a:t>
            </a:fld>
            <a:endParaRPr lang="nl-BE" noProof="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1613752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EB9FFE0-59FF-4E33-9CF1-FBB947891542}"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02834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41BA17A-667C-4D93-9EEB-CE8CDA12C775}"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17018830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128AA3D-AAC1-445D-BF00-34BE9318455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1238711"/>
      </p:ext>
    </p:extLst>
  </p:cSld>
  <p:clrMapOvr>
    <a:masterClrMapping/>
  </p:clrMapOvr>
  <p:extLst>
    <p:ext uri="{DCECCB84-F9BA-43D5-87BE-67443E8EF086}">
      <p15:sldGuideLst xmlns:p15="http://schemas.microsoft.com/office/powerpoint/2012/main">
        <p15:guide id="4" pos="1109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A7F3E6C-1FA8-4436-B106-74EF80D4CB7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15514383"/>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D3179D-58B1-412C-8CF3-7F545738F87E}"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163273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4B97197-FFCB-4B16-835A-2E5828717164}"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23719073"/>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7F542A-B82F-4E83-93DC-863E9FDE82F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79673714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1" name="balk onderaan">
            <a:extLst>
              <a:ext uri="{FF2B5EF4-FFF2-40B4-BE49-F238E27FC236}">
                <a16:creationId xmlns:a16="http://schemas.microsoft.com/office/drawing/2014/main" id="{38804C87-12C0-421E-90B2-DF14E0302FE7}"/>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06F617-AD80-4738-B25F-A7D3E15B75F3}"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2051129045"/>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9029510-9E10-4B25-9FB6-88A9124ED31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754770187"/>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E6B3870-FE77-4DBA-8794-2BD2375BCBB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868049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6A9BE76-1D90-489D-803B-8C3CE8B995EE}"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28114513"/>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2D5572F-3657-4F3F-9A5C-301345760D8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3554308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248EC58-3C6A-408E-BF2C-227E9FD80B06}"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1791551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47EBE1C-EF0C-4E9A-9653-E90EA15E080B}"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94656123"/>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1739908-FECA-4FE2-AD74-D0CA913861BF}"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230516"/>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E93C465A-EC76-414B-9AD8-6A6333FC2869}"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519207618"/>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8EF92A3-2E01-4870-AD04-3328FB554419}"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977979155"/>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a:prstGeom prst="rect">
            <a:avLst/>
          </a:prstGeo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8F9C85E-C406-457F-91F3-E2C7AB2700D0}"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76262081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5868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CB240C3F-0CBE-43DA-B915-ADD14E9397EB}"/>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07272031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65262"/>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en-GB" noProof="0"/>
            </a:br>
            <a:br>
              <a:rPr lang="en-GB" noProof="0"/>
            </a:br>
            <a:r>
              <a:rPr lang="en-GB"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Ondertitel tekst</a:t>
            </a:r>
          </a:p>
        </p:txBody>
      </p:sp>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pic>
        <p:nvPicPr>
          <p:cNvPr id="12" name="Graphic 11">
            <a:extLst>
              <a:ext uri="{FF2B5EF4-FFF2-40B4-BE49-F238E27FC236}">
                <a16:creationId xmlns:a16="http://schemas.microsoft.com/office/drawing/2014/main" id="{CAD32F27-0931-4A36-A228-C5DD842F3585}"/>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7001" y="357904"/>
            <a:ext cx="7601331" cy="3895344"/>
          </a:xfrm>
          <a:prstGeom prst="rect">
            <a:avLst/>
          </a:prstGeom>
        </p:spPr>
      </p:pic>
    </p:spTree>
    <p:extLst>
      <p:ext uri="{BB962C8B-B14F-4D97-AF65-F5344CB8AC3E}">
        <p14:creationId xmlns:p14="http://schemas.microsoft.com/office/powerpoint/2010/main" val="354345904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en-GB"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Klikken om de ondertitelstijl </a:t>
            </a:r>
          </a:p>
          <a:p>
            <a:r>
              <a:rPr lang="en-GB" noProof="0"/>
              <a:t>van het model </a:t>
            </a:r>
          </a:p>
          <a:p>
            <a:r>
              <a:rPr lang="en-GB" noProof="0"/>
              <a:t>te bewerken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F7EE5D66-D7E4-4BDC-948E-FA0C01C6A52A}"/>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32904365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en-GB" noProof="0"/>
              <a:t>“Klik om quote </a:t>
            </a:r>
            <a:br>
              <a:rPr lang="en-GB" noProof="0"/>
            </a:br>
            <a:r>
              <a:rPr lang="en-GB"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Klik om de Naam en Voornaam in te voegen</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30A4158E-317F-4A86-B1B9-6DBC4007AC4B}"/>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2837089186"/>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en-GB"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GB" noProof="0"/>
              <a:t>Agendapunt 1</a:t>
            </a:r>
          </a:p>
          <a:p>
            <a:r>
              <a:rPr lang="en-GB" noProof="0"/>
              <a:t>Agendapunt 2</a:t>
            </a:r>
          </a:p>
          <a:p>
            <a:r>
              <a:rPr lang="en-GB" noProof="0"/>
              <a:t>Agendapunt 3</a:t>
            </a:r>
          </a:p>
          <a:p>
            <a:r>
              <a:rPr lang="en-GB" noProof="0"/>
              <a:t>Agendapunt 4</a:t>
            </a:r>
          </a:p>
          <a:p>
            <a:r>
              <a:rPr lang="en-GB" noProof="0"/>
              <a:t>Agendapunt 5</a:t>
            </a:r>
          </a:p>
          <a:p>
            <a:r>
              <a:rPr lang="en-GB" noProof="0"/>
              <a:t>Agendapunt 6</a:t>
            </a:r>
          </a:p>
        </p:txBody>
      </p:sp>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pic>
        <p:nvPicPr>
          <p:cNvPr id="9" name="Graphic 8">
            <a:extLst>
              <a:ext uri="{FF2B5EF4-FFF2-40B4-BE49-F238E27FC236}">
                <a16:creationId xmlns:a16="http://schemas.microsoft.com/office/drawing/2014/main" id="{9B1B0592-CA51-4965-AEB9-DEFB73DA845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8613" y="1146964"/>
            <a:ext cx="2971386" cy="1522704"/>
          </a:xfrm>
          <a:prstGeom prst="rect">
            <a:avLst/>
          </a:prstGeom>
        </p:spPr>
      </p:pic>
    </p:spTree>
    <p:extLst>
      <p:ext uri="{BB962C8B-B14F-4D97-AF65-F5344CB8AC3E}">
        <p14:creationId xmlns:p14="http://schemas.microsoft.com/office/powerpoint/2010/main" val="1097409208"/>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BB152F7-B62B-4B05-8621-F14388A73947}"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2017041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4E84467-467C-4DBA-A9F6-A4B59E674B2C}"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6" name="Slide Number Placeholder 5"/>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Tree>
    <p:extLst>
      <p:ext uri="{BB962C8B-B14F-4D97-AF65-F5344CB8AC3E}">
        <p14:creationId xmlns:p14="http://schemas.microsoft.com/office/powerpoint/2010/main" val="7884447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41673CC-C382-4A24-B66C-CA49DD795765}"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022226488"/>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4AE26A2-BB15-47BB-B9BA-2EA6D471591B}"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en-GB"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40901551"/>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B5AC47E-C401-4DF5-AF15-4C7F99E804C2}"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41422381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4EC3A80-7B41-4C70-B3D2-389FE11F1A4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863784025"/>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8CB7556-562F-42BC-9754-9366D2D485FA}"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30449799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90F2DEA-4A67-4D6E-B974-28D39E7AFAE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929578281"/>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D399FD-B1A0-4138-9CFD-D2E29FDE6D6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9498615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C63BE49-DF2F-4B26-970E-A1C1E963CD6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Tree>
    <p:extLst>
      <p:ext uri="{BB962C8B-B14F-4D97-AF65-F5344CB8AC3E}">
        <p14:creationId xmlns:p14="http://schemas.microsoft.com/office/powerpoint/2010/main" val="172393896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70E8B3A-810F-4E2A-AEC6-267E7BEC001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33260486"/>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368A032-50AE-4924-991C-C411201B1C0F}"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803619452"/>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BDA5AAF8-4A73-41E5-87BA-33904BA3F9F2}"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896772477"/>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D9C48DD-F70E-48FF-B518-C0A7A934D630}"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548749984"/>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EFAC7F-5269-430B-9710-633BBF9B1F21}"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69398938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B5A40F9-5149-4269-8461-C29B408EB9F0}"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373337553"/>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F7F45CC-F39E-4FDE-9F23-89D44B1120F2}"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60713780"/>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480FF68-B993-448A-9E2E-51A2044332C2}"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685532684"/>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NL" dirty="0"/>
              <a:t>Titel</a:t>
            </a:r>
            <a:endParaRPr lang="nl-BE" dirty="0"/>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96B27BC-5CE1-464F-BBFC-535A436349E3}"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103895135"/>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17" name="Slide Number Placeholder 5">
            <a:extLst>
              <a:ext uri="{FF2B5EF4-FFF2-40B4-BE49-F238E27FC236}">
                <a16:creationId xmlns:a16="http://schemas.microsoft.com/office/drawing/2014/main" id="{5BEE1039-A62C-42C0-ADE4-DB43D036A87E}"/>
              </a:ext>
            </a:extLst>
          </p:cNvPr>
          <p:cNvSpPr>
            <a:spLocks noGrp="1"/>
          </p:cNvSpPr>
          <p:nvPr>
            <p:ph type="sldNum" sz="quarter" idx="12"/>
          </p:nvPr>
        </p:nvSpPr>
        <p:spPr>
          <a:xfrm>
            <a:off x="14543315" y="9306717"/>
            <a:ext cx="1001264" cy="547688"/>
          </a:xfrm>
        </p:spPr>
        <p:txBody>
          <a:bodyPr/>
          <a:lstStyle>
            <a:lvl1pPr>
              <a:defRPr>
                <a:solidFill>
                  <a:schemeClr val="bg1"/>
                </a:solidFill>
              </a:defRPr>
            </a:lvl1pPr>
          </a:lstStyle>
          <a:p>
            <a:fld id="{B7527A74-2D87-4307-9531-5A57D9647EEB}" type="slidenum">
              <a:rPr lang="nl-BE" smtClean="0"/>
              <a:pPr/>
              <a:t>‹#›</a:t>
            </a:fld>
            <a:endParaRPr lang="nl-BE"/>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en-GB"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25A71049-980B-479B-9292-9D629336ECBA}"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283348632"/>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341264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Info">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Info slide</a:t>
            </a:r>
            <a:endParaRPr lang="en-US" sz="2000" b="1" dirty="0">
              <a:solidFill>
                <a:schemeClr val="tx1"/>
              </a:solidFill>
              <a:latin typeface="+mn-lt"/>
              <a:cs typeface="Arial" panose="020B0604020202020204" pitchFamily="34" charset="0"/>
            </a:endParaRPr>
          </a:p>
        </p:txBody>
      </p:sp>
      <p:sp>
        <p:nvSpPr>
          <p:cNvPr id="36" name="TextBox 36">
            <a:extLst>
              <a:ext uri="{FF2B5EF4-FFF2-40B4-BE49-F238E27FC236}">
                <a16:creationId xmlns:a16="http://schemas.microsoft.com/office/drawing/2014/main" id="{44C7C4AE-D418-42DF-87C9-0EEE364DAA8B}"/>
              </a:ext>
            </a:extLst>
          </p:cNvPr>
          <p:cNvSpPr txBox="1"/>
          <p:nvPr userDrawn="1"/>
        </p:nvSpPr>
        <p:spPr>
          <a:xfrm>
            <a:off x="9701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invoegen</a:t>
            </a:r>
            <a:endParaRPr lang="en-US" sz="1400" b="1" dirty="0">
              <a:solidFill>
                <a:schemeClr val="tx2"/>
              </a:solidFill>
              <a:latin typeface="+mn-lt"/>
              <a:cs typeface="Arial" panose="020B0604020202020204" pitchFamily="34" charset="0"/>
            </a:endParaRPr>
          </a:p>
        </p:txBody>
      </p:sp>
      <p:cxnSp>
        <p:nvCxnSpPr>
          <p:cNvPr id="37" name="Straight Connector 37">
            <a:extLst>
              <a:ext uri="{FF2B5EF4-FFF2-40B4-BE49-F238E27FC236}">
                <a16:creationId xmlns:a16="http://schemas.microsoft.com/office/drawing/2014/main" id="{B40A38B9-2AAB-47E3-AE1F-C0AFE51A7A63}"/>
              </a:ext>
            </a:extLst>
          </p:cNvPr>
          <p:cNvCxnSpPr>
            <a:cxnSpLocks/>
          </p:cNvCxnSpPr>
          <p:nvPr userDrawn="1"/>
        </p:nvCxnSpPr>
        <p:spPr>
          <a:xfrm>
            <a:off x="1031435" y="2201606"/>
            <a:ext cx="2670818"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8" name="TextBox 38">
            <a:extLst>
              <a:ext uri="{FF2B5EF4-FFF2-40B4-BE49-F238E27FC236}">
                <a16:creationId xmlns:a16="http://schemas.microsoft.com/office/drawing/2014/main" id="{536B82A6-6264-438B-A97E-741449A365B1}"/>
              </a:ext>
            </a:extLst>
          </p:cNvPr>
          <p:cNvSpPr txBox="1"/>
          <p:nvPr userDrawn="1"/>
        </p:nvSpPr>
        <p:spPr>
          <a:xfrm>
            <a:off x="956335" y="2280453"/>
            <a:ext cx="2752302" cy="861774"/>
          </a:xfrm>
          <a:prstGeom prst="rect">
            <a:avLst/>
          </a:prstGeom>
          <a:noFill/>
        </p:spPr>
        <p:txBody>
          <a:bodyPr wrap="square" rtlCol="0">
            <a:spAutoFit/>
          </a:bodyPr>
          <a:lstStyle/>
          <a:p>
            <a:r>
              <a:rPr lang="nl-NL" sz="1000" dirty="0">
                <a:latin typeface="+mn-lt"/>
                <a:cs typeface="Arial" panose="020B0604020202020204" pitchFamily="34" charset="0"/>
              </a:rPr>
              <a:t>Klik op het pictogram dat vervolgens verschijnt om een afbeelding in te voegen.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Voor </a:t>
            </a:r>
            <a:r>
              <a:rPr lang="nl-NL" sz="1000" dirty="0" err="1">
                <a:latin typeface="+mn-lt"/>
                <a:cs typeface="Arial" panose="020B0604020202020204" pitchFamily="34" charset="0"/>
              </a:rPr>
              <a:t>copy+paste</a:t>
            </a:r>
            <a:r>
              <a:rPr lang="nl-NL" sz="1000" dirty="0">
                <a:latin typeface="+mn-lt"/>
                <a:cs typeface="Arial" panose="020B0604020202020204" pitchFamily="34" charset="0"/>
              </a:rPr>
              <a:t> commando:</a:t>
            </a:r>
          </a:p>
          <a:p>
            <a:r>
              <a:rPr lang="nl-NL" sz="1000" dirty="0">
                <a:latin typeface="+mn-lt"/>
                <a:cs typeface="Arial" panose="020B0604020202020204" pitchFamily="34" charset="0"/>
              </a:rPr>
              <a:t>Selecteer de </a:t>
            </a:r>
            <a:r>
              <a:rPr lang="nl-NL" sz="1000" dirty="0" err="1">
                <a:latin typeface="+mn-lt"/>
                <a:cs typeface="Arial" panose="020B0604020202020204" pitchFamily="34" charset="0"/>
              </a:rPr>
              <a:t>placeholder</a:t>
            </a:r>
            <a:r>
              <a:rPr lang="nl-NL" sz="1000" dirty="0">
                <a:latin typeface="+mn-lt"/>
                <a:cs typeface="Arial" panose="020B0604020202020204" pitchFamily="34" charset="0"/>
              </a:rPr>
              <a:t> en plak.de afbeelding</a:t>
            </a:r>
          </a:p>
        </p:txBody>
      </p:sp>
      <p:sp>
        <p:nvSpPr>
          <p:cNvPr id="39" name="TextBox 46">
            <a:extLst>
              <a:ext uri="{FF2B5EF4-FFF2-40B4-BE49-F238E27FC236}">
                <a16:creationId xmlns:a16="http://schemas.microsoft.com/office/drawing/2014/main" id="{F0FA5799-9C4C-446C-9207-94C4B5D748A3}"/>
              </a:ext>
            </a:extLst>
          </p:cNvPr>
          <p:cNvSpPr txBox="1"/>
          <p:nvPr userDrawn="1"/>
        </p:nvSpPr>
        <p:spPr>
          <a:xfrm>
            <a:off x="954849" y="3216398"/>
            <a:ext cx="2731369" cy="1015663"/>
          </a:xfrm>
          <a:prstGeom prst="rect">
            <a:avLst/>
          </a:prstGeom>
          <a:noFill/>
        </p:spPr>
        <p:txBody>
          <a:bodyPr wrap="square" rtlCol="0">
            <a:spAutoFit/>
          </a:bodyPr>
          <a:lstStyle/>
          <a:p>
            <a:r>
              <a:rPr lang="nl-NL" sz="1000" dirty="0">
                <a:latin typeface="+mn-lt"/>
                <a:cs typeface="Arial" panose="020B0604020202020204" pitchFamily="34" charset="0"/>
              </a:rPr>
              <a:t>Wanneer je de afbeelding wilt schalen of verslepen, ga dan naar </a:t>
            </a:r>
          </a:p>
          <a:p>
            <a:r>
              <a:rPr lang="nl-NL" sz="1000" b="1" dirty="0">
                <a:latin typeface="+mn-lt"/>
                <a:cs typeface="Arial" panose="020B0604020202020204" pitchFamily="34" charset="0"/>
              </a:rPr>
              <a:t>‘Hulpmiddelen voor afbeeldingen’ </a:t>
            </a:r>
          </a:p>
          <a:p>
            <a:r>
              <a:rPr lang="nl-NL" sz="1000" dirty="0">
                <a:latin typeface="+mn-lt"/>
                <a:cs typeface="Arial" panose="020B0604020202020204" pitchFamily="34" charset="0"/>
              </a:rPr>
              <a:t>en klik op </a:t>
            </a:r>
            <a:r>
              <a:rPr lang="nl-NL" sz="1000" b="1" dirty="0">
                <a:latin typeface="+mn-lt"/>
                <a:cs typeface="Arial" panose="020B0604020202020204" pitchFamily="34" charset="0"/>
              </a:rPr>
              <a:t>‘Bijsnijden’. </a:t>
            </a:r>
            <a:r>
              <a:rPr lang="nl-NL" sz="1000" dirty="0">
                <a:latin typeface="+mn-lt"/>
                <a:cs typeface="Arial" panose="020B0604020202020204" pitchFamily="34" charset="0"/>
              </a:rPr>
              <a:t>Met de witte bolletjes schaal je de afbeelding, met de zwarte haakjes schaal je het afbeeldingskader. </a:t>
            </a:r>
            <a:endParaRPr lang="en-US" sz="1000" dirty="0">
              <a:latin typeface="+mn-lt"/>
              <a:cs typeface="Arial" panose="020B0604020202020204" pitchFamily="34" charset="0"/>
            </a:endParaRPr>
          </a:p>
        </p:txBody>
      </p:sp>
      <p:pic>
        <p:nvPicPr>
          <p:cNvPr id="40" name="Picture 5">
            <a:extLst>
              <a:ext uri="{FF2B5EF4-FFF2-40B4-BE49-F238E27FC236}">
                <a16:creationId xmlns:a16="http://schemas.microsoft.com/office/drawing/2014/main" id="{040BA48D-125B-4304-B3D5-BC245FDDCE24}"/>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382241" y="3264214"/>
            <a:ext cx="271463" cy="476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 name="TextBox 46">
            <a:extLst>
              <a:ext uri="{FF2B5EF4-FFF2-40B4-BE49-F238E27FC236}">
                <a16:creationId xmlns:a16="http://schemas.microsoft.com/office/drawing/2014/main" id="{3F368D08-D40E-4F7F-9166-57146C54B4FE}"/>
              </a:ext>
            </a:extLst>
          </p:cNvPr>
          <p:cNvSpPr txBox="1"/>
          <p:nvPr userDrawn="1"/>
        </p:nvSpPr>
        <p:spPr>
          <a:xfrm>
            <a:off x="3739472" y="3659037"/>
            <a:ext cx="2785649" cy="553998"/>
          </a:xfrm>
          <a:prstGeom prst="rect">
            <a:avLst/>
          </a:prstGeom>
          <a:noFill/>
        </p:spPr>
        <p:txBody>
          <a:bodyPr wrap="square" rtlCol="0">
            <a:spAutoFit/>
          </a:bodyPr>
          <a:lstStyle/>
          <a:p>
            <a:r>
              <a:rPr lang="nl-NL" sz="1000" dirty="0">
                <a:latin typeface="+mn-lt"/>
                <a:cs typeface="Arial" panose="020B0604020202020204" pitchFamily="34" charset="0"/>
              </a:rPr>
              <a:t>Howest stock Afbeeldingen kan je downloaden op</a:t>
            </a:r>
          </a:p>
          <a:p>
            <a:r>
              <a:rPr lang="nl-NL" sz="1000" dirty="0">
                <a:latin typeface="+mn-lt"/>
                <a:cs typeface="Arial" panose="020B0604020202020204" pitchFamily="34" charset="0"/>
              </a:rPr>
              <a:t> </a:t>
            </a:r>
            <a:r>
              <a:rPr lang="nl-BE" sz="1000" dirty="0">
                <a:latin typeface="+mn-lt"/>
                <a:hlinkClick r:id="rId4"/>
              </a:rPr>
              <a:t>https://www.flickr.com/photos/howestbe/albums</a:t>
            </a:r>
            <a:endParaRPr lang="nl-NL" sz="1000" dirty="0">
              <a:latin typeface="+mn-lt"/>
              <a:cs typeface="Arial" panose="020B0604020202020204" pitchFamily="34" charset="0"/>
            </a:endParaRPr>
          </a:p>
        </p:txBody>
      </p:sp>
      <p:sp>
        <p:nvSpPr>
          <p:cNvPr id="44" name="TextBox 36">
            <a:extLst>
              <a:ext uri="{FF2B5EF4-FFF2-40B4-BE49-F238E27FC236}">
                <a16:creationId xmlns:a16="http://schemas.microsoft.com/office/drawing/2014/main" id="{F1BAA920-A476-47C6-8DBB-C2C99C48688A}"/>
              </a:ext>
            </a:extLst>
          </p:cNvPr>
          <p:cNvSpPr txBox="1"/>
          <p:nvPr userDrawn="1"/>
        </p:nvSpPr>
        <p:spPr>
          <a:xfrm>
            <a:off x="3744719"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Afbeelding optimaliseren</a:t>
            </a:r>
            <a:endParaRPr lang="en-US" sz="1400" b="1" dirty="0">
              <a:solidFill>
                <a:schemeClr val="tx2"/>
              </a:solidFill>
              <a:latin typeface="+mn-lt"/>
              <a:cs typeface="Arial" panose="020B0604020202020204" pitchFamily="34" charset="0"/>
            </a:endParaRPr>
          </a:p>
        </p:txBody>
      </p:sp>
      <p:cxnSp>
        <p:nvCxnSpPr>
          <p:cNvPr id="45" name="Straight Connector 37">
            <a:extLst>
              <a:ext uri="{FF2B5EF4-FFF2-40B4-BE49-F238E27FC236}">
                <a16:creationId xmlns:a16="http://schemas.microsoft.com/office/drawing/2014/main" id="{7C043D1C-A8E6-4EC8-BA0D-36E15F1CEC1E}"/>
              </a:ext>
            </a:extLst>
          </p:cNvPr>
          <p:cNvCxnSpPr>
            <a:cxnSpLocks/>
          </p:cNvCxnSpPr>
          <p:nvPr userDrawn="1"/>
        </p:nvCxnSpPr>
        <p:spPr>
          <a:xfrm>
            <a:off x="3843206" y="2214279"/>
            <a:ext cx="2650606"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46" name="TextBox 38">
            <a:extLst>
              <a:ext uri="{FF2B5EF4-FFF2-40B4-BE49-F238E27FC236}">
                <a16:creationId xmlns:a16="http://schemas.microsoft.com/office/drawing/2014/main" id="{79C207DC-6067-44B0-A786-DD106419929F}"/>
              </a:ext>
            </a:extLst>
          </p:cNvPr>
          <p:cNvSpPr txBox="1"/>
          <p:nvPr userDrawn="1"/>
        </p:nvSpPr>
        <p:spPr>
          <a:xfrm>
            <a:off x="3743234" y="2275074"/>
            <a:ext cx="2737877" cy="1323439"/>
          </a:xfrm>
          <a:prstGeom prst="rect">
            <a:avLst/>
          </a:prstGeom>
          <a:noFill/>
        </p:spPr>
        <p:txBody>
          <a:bodyPr wrap="square" rtlCol="0">
            <a:spAutoFit/>
          </a:bodyPr>
          <a:lstStyle/>
          <a:p>
            <a:r>
              <a:rPr lang="nl-NL" sz="1000" dirty="0">
                <a:latin typeface="+mn-lt"/>
                <a:cs typeface="Arial" panose="020B0604020202020204" pitchFamily="34" charset="0"/>
              </a:rPr>
              <a:t>Afbeeldingen maken je PPT vaak heel groot, indien nodig kan je ze comprimeren door ze te selecteren naar </a:t>
            </a:r>
            <a:r>
              <a:rPr lang="nl-NL" sz="1000" b="1" dirty="0">
                <a:latin typeface="+mn-lt"/>
                <a:cs typeface="Arial" panose="020B0604020202020204" pitchFamily="34" charset="0"/>
              </a:rPr>
              <a:t>opmaak</a:t>
            </a:r>
            <a:r>
              <a:rPr lang="nl-NL" sz="1000" dirty="0">
                <a:latin typeface="+mn-lt"/>
                <a:cs typeface="Arial" panose="020B0604020202020204" pitchFamily="34" charset="0"/>
              </a:rPr>
              <a:t> te gaan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Daar kan je volgende optie vinden:</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Pas dit toe op enkel afbeelding of op allemaal.</a:t>
            </a:r>
          </a:p>
        </p:txBody>
      </p:sp>
      <p:pic>
        <p:nvPicPr>
          <p:cNvPr id="47" name="Afbeelding 46">
            <a:extLst>
              <a:ext uri="{FF2B5EF4-FFF2-40B4-BE49-F238E27FC236}">
                <a16:creationId xmlns:a16="http://schemas.microsoft.com/office/drawing/2014/main" id="{9624625B-2F92-4B10-AD60-3A18C86D1B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4256559" y="3117812"/>
            <a:ext cx="1685925" cy="219075"/>
          </a:xfrm>
          <a:prstGeom prst="rect">
            <a:avLst/>
          </a:prstGeom>
        </p:spPr>
      </p:pic>
      <p:sp>
        <p:nvSpPr>
          <p:cNvPr id="48" name="TextBox 36">
            <a:extLst>
              <a:ext uri="{FF2B5EF4-FFF2-40B4-BE49-F238E27FC236}">
                <a16:creationId xmlns:a16="http://schemas.microsoft.com/office/drawing/2014/main" id="{A7BF0C0F-7298-4E03-99DD-ACBA17F57C1E}"/>
              </a:ext>
            </a:extLst>
          </p:cNvPr>
          <p:cNvSpPr txBox="1"/>
          <p:nvPr userDrawn="1"/>
        </p:nvSpPr>
        <p:spPr>
          <a:xfrm>
            <a:off x="9297501"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Gebruik iconen /logo`s</a:t>
            </a:r>
            <a:endParaRPr lang="en-US" sz="1400" b="1" dirty="0">
              <a:solidFill>
                <a:schemeClr val="tx2"/>
              </a:solidFill>
              <a:latin typeface="+mn-lt"/>
              <a:cs typeface="Arial" panose="020B0604020202020204" pitchFamily="34" charset="0"/>
            </a:endParaRPr>
          </a:p>
        </p:txBody>
      </p:sp>
      <p:sp>
        <p:nvSpPr>
          <p:cNvPr id="50" name="TextBox 38">
            <a:extLst>
              <a:ext uri="{FF2B5EF4-FFF2-40B4-BE49-F238E27FC236}">
                <a16:creationId xmlns:a16="http://schemas.microsoft.com/office/drawing/2014/main" id="{20835A17-C1AD-4185-BDEC-29A8E07ACCF9}"/>
              </a:ext>
            </a:extLst>
          </p:cNvPr>
          <p:cNvSpPr txBox="1"/>
          <p:nvPr userDrawn="1"/>
        </p:nvSpPr>
        <p:spPr>
          <a:xfrm>
            <a:off x="9293556" y="2260350"/>
            <a:ext cx="2788533" cy="1631216"/>
          </a:xfrm>
          <a:prstGeom prst="rect">
            <a:avLst/>
          </a:prstGeom>
          <a:noFill/>
        </p:spPr>
        <p:txBody>
          <a:bodyPr wrap="square" rtlCol="0">
            <a:spAutoFit/>
          </a:bodyPr>
          <a:lstStyle/>
          <a:p>
            <a:r>
              <a:rPr lang="nl-NL" sz="1000" dirty="0">
                <a:latin typeface="+mn-lt"/>
                <a:cs typeface="Arial" panose="020B0604020202020204" pitchFamily="34" charset="0"/>
              </a:rPr>
              <a:t>Copier de iconen/logo`s vanuit de extra slides deze kunnen zonder kwaliteitsverlies vergroot en verkleind worden, maar zorg steeds dat dit uniform is (breedte en hoogte verhoudingen moeten gelijk blijven).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 </a:t>
            </a:r>
            <a:r>
              <a:rPr lang="nl-NL" sz="1000" b="1" dirty="0">
                <a:latin typeface="+mn-lt"/>
                <a:cs typeface="Arial" panose="020B0604020202020204" pitchFamily="34" charset="0"/>
              </a:rPr>
              <a:t>Sleep hiervoor aan de witte bolletjes op de hoeken maar hou SHIFT ingedrukt</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sp>
        <p:nvSpPr>
          <p:cNvPr id="51" name="TextBox 36">
            <a:extLst>
              <a:ext uri="{FF2B5EF4-FFF2-40B4-BE49-F238E27FC236}">
                <a16:creationId xmlns:a16="http://schemas.microsoft.com/office/drawing/2014/main" id="{A49F9C38-87B6-450F-AEDC-3FCD28F601C2}"/>
              </a:ext>
            </a:extLst>
          </p:cNvPr>
          <p:cNvSpPr txBox="1"/>
          <p:nvPr userDrawn="1"/>
        </p:nvSpPr>
        <p:spPr>
          <a:xfrm>
            <a:off x="6519002" y="5696112"/>
            <a:ext cx="2376264" cy="523220"/>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Aanpassen datum en voettekst</a:t>
            </a:r>
            <a:endParaRPr lang="en-US" sz="1400" b="1" dirty="0">
              <a:solidFill>
                <a:schemeClr val="tx2"/>
              </a:solidFill>
              <a:latin typeface="+mn-lt"/>
              <a:cs typeface="Arial" panose="020B0604020202020204" pitchFamily="34" charset="0"/>
            </a:endParaRPr>
          </a:p>
        </p:txBody>
      </p:sp>
      <p:sp>
        <p:nvSpPr>
          <p:cNvPr id="53" name="TextBox 38">
            <a:extLst>
              <a:ext uri="{FF2B5EF4-FFF2-40B4-BE49-F238E27FC236}">
                <a16:creationId xmlns:a16="http://schemas.microsoft.com/office/drawing/2014/main" id="{B01ED82F-70A2-429E-B6BF-0F3557673A03}"/>
              </a:ext>
            </a:extLst>
          </p:cNvPr>
          <p:cNvSpPr txBox="1"/>
          <p:nvPr userDrawn="1"/>
        </p:nvSpPr>
        <p:spPr>
          <a:xfrm>
            <a:off x="6510860" y="6436655"/>
            <a:ext cx="2759700" cy="1938992"/>
          </a:xfrm>
          <a:prstGeom prst="rect">
            <a:avLst/>
          </a:prstGeom>
          <a:noFill/>
        </p:spPr>
        <p:txBody>
          <a:bodyPr wrap="square" rtlCol="0">
            <a:spAutoFit/>
          </a:bodyPr>
          <a:lstStyle/>
          <a:p>
            <a:r>
              <a:rPr lang="nl-NL" sz="1000" dirty="0">
                <a:latin typeface="+mn-lt"/>
                <a:cs typeface="Arial" panose="020B0604020202020204" pitchFamily="34" charset="0"/>
              </a:rPr>
              <a:t>Pas de voettekst niet rechtstreeks aan maar ga via invoegen en klik op:</a:t>
            </a: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endParaRPr lang="nl-NL" sz="1000" b="1" dirty="0">
              <a:latin typeface="+mn-lt"/>
              <a:cs typeface="Arial" panose="020B0604020202020204" pitchFamily="34" charset="0"/>
            </a:endParaRPr>
          </a:p>
          <a:p>
            <a:r>
              <a:rPr lang="nl-NL" sz="1000" b="0" dirty="0">
                <a:latin typeface="+mn-lt"/>
                <a:cs typeface="Arial" panose="020B0604020202020204" pitchFamily="34" charset="0"/>
              </a:rPr>
              <a:t>Daar kan je deze aanpassen en toepassen op de slide of op alle slides.</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p:txBody>
      </p:sp>
      <p:pic>
        <p:nvPicPr>
          <p:cNvPr id="54" name="Afbeelding 53">
            <a:extLst>
              <a:ext uri="{FF2B5EF4-FFF2-40B4-BE49-F238E27FC236}">
                <a16:creationId xmlns:a16="http://schemas.microsoft.com/office/drawing/2014/main" id="{B1027754-1E8B-4EB4-A7C1-3942817B505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7693592" y="6936447"/>
            <a:ext cx="527417" cy="574649"/>
          </a:xfrm>
          <a:prstGeom prst="rect">
            <a:avLst/>
          </a:prstGeom>
        </p:spPr>
      </p:pic>
      <p:sp>
        <p:nvSpPr>
          <p:cNvPr id="55" name="TextBox 46">
            <a:extLst>
              <a:ext uri="{FF2B5EF4-FFF2-40B4-BE49-F238E27FC236}">
                <a16:creationId xmlns:a16="http://schemas.microsoft.com/office/drawing/2014/main" id="{1811EA10-E46A-4FD9-BEB9-88794940FB36}"/>
              </a:ext>
            </a:extLst>
          </p:cNvPr>
          <p:cNvSpPr txBox="1"/>
          <p:nvPr userDrawn="1"/>
        </p:nvSpPr>
        <p:spPr>
          <a:xfrm>
            <a:off x="14860914" y="7140510"/>
            <a:ext cx="2752302" cy="707886"/>
          </a:xfrm>
          <a:prstGeom prst="rect">
            <a:avLst/>
          </a:prstGeom>
          <a:noFill/>
        </p:spPr>
        <p:txBody>
          <a:bodyPr wrap="square" rtlCol="0">
            <a:spAutoFit/>
          </a:bodyPr>
          <a:lstStyle/>
          <a:p>
            <a:r>
              <a:rPr lang="nl-NL" sz="1000" dirty="0">
                <a:latin typeface="+mn-lt"/>
                <a:cs typeface="Arial" panose="020B0604020202020204" pitchFamily="34" charset="0"/>
              </a:rPr>
              <a:t>Indien je per ongeluk elementen verschoven hebt in de </a:t>
            </a:r>
            <a:r>
              <a:rPr lang="nl-NL" sz="1000" dirty="0" err="1">
                <a:latin typeface="+mn-lt"/>
                <a:cs typeface="Arial" panose="020B0604020202020204" pitchFamily="34" charset="0"/>
              </a:rPr>
              <a:t>layout</a:t>
            </a:r>
            <a:r>
              <a:rPr lang="nl-NL" sz="1000" dirty="0">
                <a:latin typeface="+mn-lt"/>
                <a:cs typeface="Arial" panose="020B0604020202020204" pitchFamily="34" charset="0"/>
              </a:rPr>
              <a:t>, pas opnieuw de juiste template toe:</a:t>
            </a:r>
          </a:p>
          <a:p>
            <a:endParaRPr lang="nl-NL" sz="1000" b="1" dirty="0">
              <a:latin typeface="+mn-lt"/>
              <a:cs typeface="Arial" panose="020B0604020202020204" pitchFamily="34" charset="0"/>
            </a:endParaRPr>
          </a:p>
          <a:p>
            <a:r>
              <a:rPr lang="nl-NL" sz="1000" b="1" dirty="0">
                <a:latin typeface="+mn-lt"/>
                <a:cs typeface="Arial" panose="020B0604020202020204" pitchFamily="34" charset="0"/>
              </a:rPr>
              <a:t> (rechtsklikken op de slide &gt; indeling)</a:t>
            </a:r>
          </a:p>
        </p:txBody>
      </p:sp>
      <p:sp>
        <p:nvSpPr>
          <p:cNvPr id="56" name="TextBox 36">
            <a:extLst>
              <a:ext uri="{FF2B5EF4-FFF2-40B4-BE49-F238E27FC236}">
                <a16:creationId xmlns:a16="http://schemas.microsoft.com/office/drawing/2014/main" id="{C65E0A94-0AE2-4BF0-94F3-981F51FDAD58}"/>
              </a:ext>
            </a:extLst>
          </p:cNvPr>
          <p:cNvSpPr txBox="1"/>
          <p:nvPr userDrawn="1"/>
        </p:nvSpPr>
        <p:spPr>
          <a:xfrm>
            <a:off x="14856440" y="640785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Reset </a:t>
            </a:r>
            <a:r>
              <a:rPr lang="nl-NL" sz="1400" b="1" dirty="0" err="1">
                <a:solidFill>
                  <a:schemeClr val="tx2"/>
                </a:solidFill>
                <a:latin typeface="+mn-lt"/>
                <a:cs typeface="Arial" panose="020B0604020202020204" pitchFamily="34" charset="0"/>
              </a:rPr>
              <a:t>layout</a:t>
            </a:r>
            <a:endParaRPr lang="en-US" sz="1400" b="1" dirty="0">
              <a:solidFill>
                <a:schemeClr val="tx2"/>
              </a:solidFill>
              <a:latin typeface="+mn-lt"/>
              <a:cs typeface="Arial" panose="020B0604020202020204" pitchFamily="34" charset="0"/>
            </a:endParaRPr>
          </a:p>
        </p:txBody>
      </p:sp>
      <p:cxnSp>
        <p:nvCxnSpPr>
          <p:cNvPr id="57" name="Straight Connector 37">
            <a:extLst>
              <a:ext uri="{FF2B5EF4-FFF2-40B4-BE49-F238E27FC236}">
                <a16:creationId xmlns:a16="http://schemas.microsoft.com/office/drawing/2014/main" id="{31B0A778-7F67-4F32-A787-07E1420116D2}"/>
              </a:ext>
            </a:extLst>
          </p:cNvPr>
          <p:cNvCxnSpPr>
            <a:cxnSpLocks/>
          </p:cNvCxnSpPr>
          <p:nvPr userDrawn="1"/>
        </p:nvCxnSpPr>
        <p:spPr>
          <a:xfrm>
            <a:off x="14941583" y="7080206"/>
            <a:ext cx="2658217"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3" name="Tekstvak 2">
            <a:extLst>
              <a:ext uri="{FF2B5EF4-FFF2-40B4-BE49-F238E27FC236}">
                <a16:creationId xmlns:a16="http://schemas.microsoft.com/office/drawing/2014/main" id="{A83EF73B-00D5-4305-8A60-F766C7797476}"/>
              </a:ext>
            </a:extLst>
          </p:cNvPr>
          <p:cNvSpPr txBox="1"/>
          <p:nvPr userDrawn="1"/>
        </p:nvSpPr>
        <p:spPr>
          <a:xfrm>
            <a:off x="998692" y="825823"/>
            <a:ext cx="11377048" cy="677108"/>
          </a:xfrm>
          <a:prstGeom prst="rect">
            <a:avLst/>
          </a:prstGeom>
          <a:noFill/>
        </p:spPr>
        <p:txBody>
          <a:bodyPr wrap="square" lIns="0" tIns="0" rIns="0" bIns="0" rtlCol="0">
            <a:spAutoFit/>
          </a:bodyPr>
          <a:lstStyle/>
          <a:p>
            <a:r>
              <a:rPr lang="nl-NL" sz="4400" dirty="0">
                <a:latin typeface="Arial Rounded MT Bold" panose="020F0704030504030204" pitchFamily="34" charset="0"/>
              </a:rPr>
              <a:t>Gebruik Howest template </a:t>
            </a:r>
            <a:r>
              <a:rPr lang="nl-NL" sz="1100" dirty="0">
                <a:latin typeface="Arial Rounded MT Bold" panose="020F0704030504030204" pitchFamily="34" charset="0"/>
              </a:rPr>
              <a:t>versie 1.0</a:t>
            </a:r>
            <a:endParaRPr lang="nl-BE" sz="1100" dirty="0">
              <a:latin typeface="Arial Rounded MT Bold" panose="020F0704030504030204" pitchFamily="34" charset="0"/>
            </a:endParaRPr>
          </a:p>
        </p:txBody>
      </p:sp>
      <p:sp>
        <p:nvSpPr>
          <p:cNvPr id="58" name="TextBox 5">
            <a:extLst>
              <a:ext uri="{FF2B5EF4-FFF2-40B4-BE49-F238E27FC236}">
                <a16:creationId xmlns:a16="http://schemas.microsoft.com/office/drawing/2014/main" id="{0EE007A9-4C6B-4E19-8BD5-A5B91873D589}"/>
              </a:ext>
            </a:extLst>
          </p:cNvPr>
          <p:cNvSpPr txBox="1"/>
          <p:nvPr userDrawn="1"/>
        </p:nvSpPr>
        <p:spPr>
          <a:xfrm>
            <a:off x="652701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Tekst niveaus</a:t>
            </a:r>
            <a:endParaRPr lang="en-US" sz="1400" b="1" dirty="0">
              <a:solidFill>
                <a:schemeClr val="tx2"/>
              </a:solidFill>
              <a:latin typeface="+mn-lt"/>
              <a:cs typeface="Arial" panose="020B0604020202020204" pitchFamily="34" charset="0"/>
            </a:endParaRPr>
          </a:p>
        </p:txBody>
      </p:sp>
      <p:sp>
        <p:nvSpPr>
          <p:cNvPr id="62" name="TextBox 10">
            <a:extLst>
              <a:ext uri="{FF2B5EF4-FFF2-40B4-BE49-F238E27FC236}">
                <a16:creationId xmlns:a16="http://schemas.microsoft.com/office/drawing/2014/main" id="{31597EE0-D92E-4F12-9898-CE26C4965B73}"/>
              </a:ext>
            </a:extLst>
          </p:cNvPr>
          <p:cNvSpPr txBox="1"/>
          <p:nvPr userDrawn="1"/>
        </p:nvSpPr>
        <p:spPr>
          <a:xfrm>
            <a:off x="6525467" y="2250825"/>
            <a:ext cx="2766076" cy="400110"/>
          </a:xfrm>
          <a:prstGeom prst="rect">
            <a:avLst/>
          </a:prstGeom>
          <a:noFill/>
        </p:spPr>
        <p:txBody>
          <a:bodyPr wrap="square" rtlCol="0">
            <a:spAutoFit/>
          </a:bodyPr>
          <a:lstStyle/>
          <a:p>
            <a:r>
              <a:rPr lang="nl-BE" sz="1000" dirty="0"/>
              <a:t>Titelfont is </a:t>
            </a:r>
            <a:r>
              <a:rPr lang="nl-BE" sz="1000" dirty="0" err="1"/>
              <a:t>Arial</a:t>
            </a:r>
            <a:r>
              <a:rPr lang="nl-BE" sz="1000" dirty="0"/>
              <a:t> </a:t>
            </a:r>
            <a:r>
              <a:rPr lang="nl-BE" sz="1000" dirty="0" err="1"/>
              <a:t>Rounded</a:t>
            </a:r>
            <a:r>
              <a:rPr lang="nl-BE" sz="1000" dirty="0"/>
              <a:t> MT </a:t>
            </a:r>
            <a:r>
              <a:rPr lang="nl-BE" sz="1000" dirty="0" err="1"/>
              <a:t>Bold</a:t>
            </a:r>
            <a:endParaRPr lang="nl-BE" sz="1000" dirty="0"/>
          </a:p>
          <a:p>
            <a:r>
              <a:rPr lang="en-US" sz="1000" dirty="0" err="1"/>
              <a:t>Daarnaast</a:t>
            </a:r>
            <a:r>
              <a:rPr lang="en-US" sz="1000" dirty="0"/>
              <a:t> </a:t>
            </a:r>
            <a:r>
              <a:rPr lang="en-US" sz="1000" dirty="0" err="1"/>
              <a:t>voor</a:t>
            </a:r>
            <a:r>
              <a:rPr lang="en-US" sz="1000" dirty="0"/>
              <a:t> </a:t>
            </a:r>
            <a:r>
              <a:rPr lang="en-US" sz="1000" dirty="0" err="1"/>
              <a:t>tekst</a:t>
            </a:r>
            <a:r>
              <a:rPr lang="en-US" sz="1000" dirty="0"/>
              <a:t> Calibri </a:t>
            </a:r>
            <a:r>
              <a:rPr lang="en-US" sz="1000" dirty="0" err="1"/>
              <a:t>gebruiken</a:t>
            </a:r>
            <a:endParaRPr lang="en-US" sz="1000" dirty="0"/>
          </a:p>
        </p:txBody>
      </p:sp>
      <p:sp>
        <p:nvSpPr>
          <p:cNvPr id="66" name="TextBox 15">
            <a:extLst>
              <a:ext uri="{FF2B5EF4-FFF2-40B4-BE49-F238E27FC236}">
                <a16:creationId xmlns:a16="http://schemas.microsoft.com/office/drawing/2014/main" id="{B726A7B0-FC55-4FD2-B93B-47F52DFE16C4}"/>
              </a:ext>
            </a:extLst>
          </p:cNvPr>
          <p:cNvSpPr txBox="1"/>
          <p:nvPr userDrawn="1"/>
        </p:nvSpPr>
        <p:spPr>
          <a:xfrm>
            <a:off x="6512729" y="2952175"/>
            <a:ext cx="1376953" cy="246221"/>
          </a:xfrm>
          <a:prstGeom prst="rect">
            <a:avLst/>
          </a:prstGeom>
          <a:noFill/>
        </p:spPr>
        <p:txBody>
          <a:bodyPr wrap="square" rtlCol="0">
            <a:spAutoFit/>
          </a:bodyPr>
          <a:lstStyle/>
          <a:p>
            <a:r>
              <a:rPr lang="nl-NL" sz="1000" b="1" dirty="0">
                <a:solidFill>
                  <a:schemeClr val="tx2"/>
                </a:solidFill>
                <a:latin typeface="Arial" panose="020B0604020202020204" pitchFamily="34" charset="0"/>
                <a:cs typeface="Arial" panose="020B0604020202020204" pitchFamily="34" charset="0"/>
              </a:rPr>
              <a:t>Tekstgroottes</a:t>
            </a:r>
            <a:endParaRPr lang="en-US" sz="1000" b="1" dirty="0">
              <a:solidFill>
                <a:schemeClr val="tx2"/>
              </a:solidFill>
              <a:latin typeface="Arial" panose="020B0604020202020204" pitchFamily="34" charset="0"/>
              <a:cs typeface="Arial" panose="020B0604020202020204" pitchFamily="34" charset="0"/>
            </a:endParaRPr>
          </a:p>
        </p:txBody>
      </p:sp>
      <p:sp>
        <p:nvSpPr>
          <p:cNvPr id="67" name="TextBox 16">
            <a:extLst>
              <a:ext uri="{FF2B5EF4-FFF2-40B4-BE49-F238E27FC236}">
                <a16:creationId xmlns:a16="http://schemas.microsoft.com/office/drawing/2014/main" id="{B45A2199-B972-4A30-9A14-4D403AB25F33}"/>
              </a:ext>
            </a:extLst>
          </p:cNvPr>
          <p:cNvSpPr txBox="1"/>
          <p:nvPr userDrawn="1"/>
        </p:nvSpPr>
        <p:spPr>
          <a:xfrm>
            <a:off x="6869009" y="3752065"/>
            <a:ext cx="1854206" cy="246221"/>
          </a:xfrm>
          <a:prstGeom prst="rect">
            <a:avLst/>
          </a:prstGeom>
          <a:noFill/>
        </p:spPr>
        <p:txBody>
          <a:bodyPr wrap="square" rtlCol="0">
            <a:spAutoFit/>
          </a:bodyPr>
          <a:lstStyle/>
          <a:p>
            <a:r>
              <a:rPr lang="nl-NL" sz="1000" dirty="0">
                <a:latin typeface="+mj-lt"/>
                <a:cs typeface="Arial" panose="020B0604020202020204" pitchFamily="34" charset="0"/>
              </a:rPr>
              <a:t>Platte tekst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8" name="TextBox 17">
            <a:extLst>
              <a:ext uri="{FF2B5EF4-FFF2-40B4-BE49-F238E27FC236}">
                <a16:creationId xmlns:a16="http://schemas.microsoft.com/office/drawing/2014/main" id="{3DCF2DEA-CE41-45EC-9BEC-E689AE264D8C}"/>
              </a:ext>
            </a:extLst>
          </p:cNvPr>
          <p:cNvSpPr txBox="1"/>
          <p:nvPr userDrawn="1"/>
        </p:nvSpPr>
        <p:spPr>
          <a:xfrm>
            <a:off x="6866337" y="4021905"/>
            <a:ext cx="1854206" cy="246221"/>
          </a:xfrm>
          <a:prstGeom prst="rect">
            <a:avLst/>
          </a:prstGeom>
          <a:noFill/>
        </p:spPr>
        <p:txBody>
          <a:bodyPr wrap="square" rtlCol="0">
            <a:spAutoFit/>
          </a:bodyPr>
          <a:lstStyle/>
          <a:p>
            <a:pPr marL="171450" indent="-171450">
              <a:buFont typeface="Arial" panose="020B0604020202020204" pitchFamily="34" charset="0"/>
              <a:buChar char="•"/>
            </a:pPr>
            <a:r>
              <a:rPr lang="nl-NL" sz="1000" dirty="0" err="1">
                <a:latin typeface="+mj-lt"/>
                <a:cs typeface="Arial" panose="020B0604020202020204" pitchFamily="34" charset="0"/>
              </a:rPr>
              <a:t>Bullet</a:t>
            </a:r>
            <a:r>
              <a:rPr lang="nl-NL" sz="1000" dirty="0">
                <a:latin typeface="+mj-lt"/>
                <a:cs typeface="Arial" panose="020B0604020202020204" pitchFamily="34" charset="0"/>
              </a:rPr>
              <a:t> (36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69" name="TextBox 18">
            <a:extLst>
              <a:ext uri="{FF2B5EF4-FFF2-40B4-BE49-F238E27FC236}">
                <a16:creationId xmlns:a16="http://schemas.microsoft.com/office/drawing/2014/main" id="{24DD9C80-0A47-4BD6-9C48-115A5ED8F097}"/>
              </a:ext>
            </a:extLst>
          </p:cNvPr>
          <p:cNvSpPr txBox="1"/>
          <p:nvPr userDrawn="1"/>
        </p:nvSpPr>
        <p:spPr>
          <a:xfrm>
            <a:off x="6952508" y="4321748"/>
            <a:ext cx="1693619" cy="246221"/>
          </a:xfrm>
          <a:prstGeom prst="rect">
            <a:avLst/>
          </a:prstGeom>
          <a:noFill/>
        </p:spPr>
        <p:txBody>
          <a:bodyPr wrap="square" rtlCol="0">
            <a:spAutoFit/>
          </a:bodyPr>
          <a:lstStyle/>
          <a:p>
            <a:pPr marL="360363" lvl="1" indent="-180975">
              <a:buFont typeface="Arial" panose="020B0604020202020204" pitchFamily="34" charset="0"/>
              <a:buChar char="•"/>
            </a:pPr>
            <a:r>
              <a:rPr lang="nl-NL" sz="1000" dirty="0">
                <a:latin typeface="+mj-lt"/>
                <a:cs typeface="Arial" panose="020B0604020202020204" pitchFamily="34" charset="0"/>
              </a:rPr>
              <a:t>Sub </a:t>
            </a:r>
            <a:r>
              <a:rPr lang="nl-NL" sz="1000" dirty="0" err="1">
                <a:latin typeface="+mj-lt"/>
                <a:cs typeface="Arial" panose="020B0604020202020204" pitchFamily="34" charset="0"/>
              </a:rPr>
              <a:t>Bullet</a:t>
            </a:r>
            <a:r>
              <a:rPr lang="nl-NL" sz="1000" dirty="0">
                <a:latin typeface="+mj-lt"/>
                <a:cs typeface="Arial" panose="020B0604020202020204" pitchFamily="34" charset="0"/>
              </a:rPr>
              <a:t> (30 </a:t>
            </a:r>
            <a:r>
              <a:rPr lang="nl-NL" sz="1000" dirty="0" err="1">
                <a:latin typeface="+mj-lt"/>
                <a:cs typeface="Arial" panose="020B0604020202020204" pitchFamily="34" charset="0"/>
              </a:rPr>
              <a:t>pt</a:t>
            </a:r>
            <a:r>
              <a:rPr lang="nl-NL" sz="1000" dirty="0">
                <a:latin typeface="+mj-lt"/>
                <a:cs typeface="Arial" panose="020B0604020202020204" pitchFamily="34" charset="0"/>
              </a:rPr>
              <a:t>.)</a:t>
            </a:r>
            <a:endParaRPr lang="en-US" sz="1000" dirty="0">
              <a:latin typeface="+mj-lt"/>
              <a:cs typeface="Arial" panose="020B0604020202020204" pitchFamily="34" charset="0"/>
            </a:endParaRPr>
          </a:p>
        </p:txBody>
      </p:sp>
      <p:sp>
        <p:nvSpPr>
          <p:cNvPr id="70" name="TextBox 19">
            <a:extLst>
              <a:ext uri="{FF2B5EF4-FFF2-40B4-BE49-F238E27FC236}">
                <a16:creationId xmlns:a16="http://schemas.microsoft.com/office/drawing/2014/main" id="{CAEC4801-5397-41B9-9E72-5DDEA520036D}"/>
              </a:ext>
            </a:extLst>
          </p:cNvPr>
          <p:cNvSpPr txBox="1"/>
          <p:nvPr userDrawn="1"/>
        </p:nvSpPr>
        <p:spPr>
          <a:xfrm>
            <a:off x="6952508" y="4628174"/>
            <a:ext cx="1693619" cy="246221"/>
          </a:xfrm>
          <a:prstGeom prst="rect">
            <a:avLst/>
          </a:prstGeom>
          <a:noFill/>
        </p:spPr>
        <p:txBody>
          <a:bodyPr wrap="square" rtlCol="0">
            <a:spAutoFit/>
          </a:bodyPr>
          <a:lstStyle/>
          <a:p>
            <a:r>
              <a:rPr lang="nl-NL" sz="1000" b="1" dirty="0">
                <a:solidFill>
                  <a:schemeClr val="tx2"/>
                </a:solidFill>
                <a:latin typeface="+mj-lt"/>
                <a:cs typeface="Arial" panose="020B0604020202020204" pitchFamily="34" charset="0"/>
              </a:rPr>
              <a:t>Kopje (24 </a:t>
            </a:r>
            <a:r>
              <a:rPr lang="nl-NL" sz="1000" b="1" dirty="0" err="1">
                <a:solidFill>
                  <a:schemeClr val="tx2"/>
                </a:solidFill>
                <a:latin typeface="+mj-lt"/>
                <a:cs typeface="Arial" panose="020B0604020202020204" pitchFamily="34" charset="0"/>
              </a:rPr>
              <a:t>pt</a:t>
            </a:r>
            <a:r>
              <a:rPr lang="nl-NL" sz="1000" b="1" dirty="0">
                <a:solidFill>
                  <a:schemeClr val="tx2"/>
                </a:solidFill>
                <a:latin typeface="+mj-lt"/>
                <a:cs typeface="Arial" panose="020B0604020202020204" pitchFamily="34" charset="0"/>
              </a:rPr>
              <a:t>)</a:t>
            </a:r>
            <a:endParaRPr lang="en-US" sz="1000" b="1" dirty="0">
              <a:solidFill>
                <a:schemeClr val="tx2"/>
              </a:solidFill>
              <a:latin typeface="+mj-lt"/>
              <a:cs typeface="Arial" panose="020B0604020202020204" pitchFamily="34" charset="0"/>
            </a:endParaRPr>
          </a:p>
        </p:txBody>
      </p:sp>
      <p:sp>
        <p:nvSpPr>
          <p:cNvPr id="71" name="TextBox 20">
            <a:extLst>
              <a:ext uri="{FF2B5EF4-FFF2-40B4-BE49-F238E27FC236}">
                <a16:creationId xmlns:a16="http://schemas.microsoft.com/office/drawing/2014/main" id="{D9D1C5E5-2606-4C2B-AD14-1AC2583A5B60}"/>
              </a:ext>
            </a:extLst>
          </p:cNvPr>
          <p:cNvSpPr txBox="1"/>
          <p:nvPr userDrawn="1"/>
        </p:nvSpPr>
        <p:spPr>
          <a:xfrm>
            <a:off x="6942268" y="4934969"/>
            <a:ext cx="1693619" cy="246221"/>
          </a:xfrm>
          <a:prstGeom prst="rect">
            <a:avLst/>
          </a:prstGeom>
          <a:noFill/>
        </p:spPr>
        <p:txBody>
          <a:bodyPr wrap="square" rtlCol="0">
            <a:spAutoFit/>
          </a:bodyPr>
          <a:lstStyle/>
          <a:p>
            <a:r>
              <a:rPr lang="nl-NL" sz="1000" i="1" dirty="0">
                <a:solidFill>
                  <a:schemeClr val="tx2"/>
                </a:solidFill>
                <a:latin typeface="+mj-lt"/>
                <a:cs typeface="Arial" panose="020B0604020202020204" pitchFamily="34" charset="0"/>
              </a:rPr>
              <a:t>Kopje (16 </a:t>
            </a:r>
            <a:r>
              <a:rPr lang="nl-NL" sz="1000" i="1" dirty="0" err="1">
                <a:solidFill>
                  <a:schemeClr val="tx2"/>
                </a:solidFill>
                <a:latin typeface="+mj-lt"/>
                <a:cs typeface="Arial" panose="020B0604020202020204" pitchFamily="34" charset="0"/>
              </a:rPr>
              <a:t>pt</a:t>
            </a:r>
            <a:r>
              <a:rPr lang="nl-NL" sz="1000" i="1" dirty="0">
                <a:solidFill>
                  <a:schemeClr val="tx2"/>
                </a:solidFill>
                <a:latin typeface="+mj-lt"/>
                <a:cs typeface="Arial" panose="020B0604020202020204" pitchFamily="34" charset="0"/>
              </a:rPr>
              <a:t>)</a:t>
            </a:r>
            <a:endParaRPr lang="en-US" sz="1000" i="1" dirty="0">
              <a:solidFill>
                <a:schemeClr val="tx2"/>
              </a:solidFill>
              <a:latin typeface="+mj-lt"/>
              <a:cs typeface="Arial" panose="020B0604020202020204" pitchFamily="34" charset="0"/>
            </a:endParaRPr>
          </a:p>
        </p:txBody>
      </p:sp>
      <p:grpSp>
        <p:nvGrpSpPr>
          <p:cNvPr id="72" name="Group 21">
            <a:extLst>
              <a:ext uri="{FF2B5EF4-FFF2-40B4-BE49-F238E27FC236}">
                <a16:creationId xmlns:a16="http://schemas.microsoft.com/office/drawing/2014/main" id="{DCA6FBB8-0B5B-4B20-A40A-69E72333338B}"/>
              </a:ext>
            </a:extLst>
          </p:cNvPr>
          <p:cNvGrpSpPr/>
          <p:nvPr userDrawn="1"/>
        </p:nvGrpSpPr>
        <p:grpSpPr>
          <a:xfrm>
            <a:off x="6610470" y="3730564"/>
            <a:ext cx="288032" cy="276999"/>
            <a:chOff x="12492689" y="2721406"/>
            <a:chExt cx="288032" cy="276999"/>
          </a:xfrm>
          <a:solidFill>
            <a:srgbClr val="44C8F5"/>
          </a:solidFill>
        </p:grpSpPr>
        <p:sp>
          <p:nvSpPr>
            <p:cNvPr id="73" name="Rectangle 22">
              <a:extLst>
                <a:ext uri="{FF2B5EF4-FFF2-40B4-BE49-F238E27FC236}">
                  <a16:creationId xmlns:a16="http://schemas.microsoft.com/office/drawing/2014/main" id="{3303F621-D257-4446-9687-E7B2F2A348BB}"/>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4" name="TextBox 23">
              <a:extLst>
                <a:ext uri="{FF2B5EF4-FFF2-40B4-BE49-F238E27FC236}">
                  <a16:creationId xmlns:a16="http://schemas.microsoft.com/office/drawing/2014/main" id="{638D987B-415A-4A7F-B50E-3D051A5A2279}"/>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1</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5" name="Group 24">
            <a:extLst>
              <a:ext uri="{FF2B5EF4-FFF2-40B4-BE49-F238E27FC236}">
                <a16:creationId xmlns:a16="http://schemas.microsoft.com/office/drawing/2014/main" id="{BCA00273-5CEB-457A-B685-1DA8F51D1E49}"/>
              </a:ext>
            </a:extLst>
          </p:cNvPr>
          <p:cNvGrpSpPr/>
          <p:nvPr userDrawn="1"/>
        </p:nvGrpSpPr>
        <p:grpSpPr>
          <a:xfrm>
            <a:off x="6609883" y="4024410"/>
            <a:ext cx="288032" cy="276999"/>
            <a:chOff x="12492689" y="2721406"/>
            <a:chExt cx="288032" cy="276999"/>
          </a:xfrm>
          <a:solidFill>
            <a:srgbClr val="44C8F5"/>
          </a:solidFill>
        </p:grpSpPr>
        <p:sp>
          <p:nvSpPr>
            <p:cNvPr id="76" name="Rectangle 25">
              <a:extLst>
                <a:ext uri="{FF2B5EF4-FFF2-40B4-BE49-F238E27FC236}">
                  <a16:creationId xmlns:a16="http://schemas.microsoft.com/office/drawing/2014/main" id="{9BE469DF-3E44-4806-BC3E-332EC0E9A62E}"/>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7" name="TextBox 26">
              <a:extLst>
                <a:ext uri="{FF2B5EF4-FFF2-40B4-BE49-F238E27FC236}">
                  <a16:creationId xmlns:a16="http://schemas.microsoft.com/office/drawing/2014/main" id="{FA9897B3-A75D-4D9B-8C4C-11A1188D6182}"/>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2</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78" name="Group 27">
            <a:extLst>
              <a:ext uri="{FF2B5EF4-FFF2-40B4-BE49-F238E27FC236}">
                <a16:creationId xmlns:a16="http://schemas.microsoft.com/office/drawing/2014/main" id="{E6820C75-E2AB-4C6C-B67B-ED4C50FDF6F2}"/>
              </a:ext>
            </a:extLst>
          </p:cNvPr>
          <p:cNvGrpSpPr/>
          <p:nvPr userDrawn="1"/>
        </p:nvGrpSpPr>
        <p:grpSpPr>
          <a:xfrm>
            <a:off x="6610470" y="4321748"/>
            <a:ext cx="288032" cy="276999"/>
            <a:chOff x="12492689" y="2721406"/>
            <a:chExt cx="288032" cy="276999"/>
          </a:xfrm>
          <a:solidFill>
            <a:srgbClr val="44C8F5"/>
          </a:solidFill>
        </p:grpSpPr>
        <p:sp>
          <p:nvSpPr>
            <p:cNvPr id="79" name="Rectangle 28">
              <a:extLst>
                <a:ext uri="{FF2B5EF4-FFF2-40B4-BE49-F238E27FC236}">
                  <a16:creationId xmlns:a16="http://schemas.microsoft.com/office/drawing/2014/main" id="{34F4BD05-AF9E-4547-8D4D-A8FE59DADE92}"/>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0" name="TextBox 29">
              <a:extLst>
                <a:ext uri="{FF2B5EF4-FFF2-40B4-BE49-F238E27FC236}">
                  <a16:creationId xmlns:a16="http://schemas.microsoft.com/office/drawing/2014/main" id="{03C54032-59B5-401F-8867-DAD8B493A21D}"/>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3</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1" name="Group 30">
            <a:extLst>
              <a:ext uri="{FF2B5EF4-FFF2-40B4-BE49-F238E27FC236}">
                <a16:creationId xmlns:a16="http://schemas.microsoft.com/office/drawing/2014/main" id="{3B0AE87D-B7D1-4FB1-BB7C-FBCC97F67006}"/>
              </a:ext>
            </a:extLst>
          </p:cNvPr>
          <p:cNvGrpSpPr/>
          <p:nvPr userDrawn="1"/>
        </p:nvGrpSpPr>
        <p:grpSpPr>
          <a:xfrm>
            <a:off x="6610470" y="4628174"/>
            <a:ext cx="288032" cy="276999"/>
            <a:chOff x="12492689" y="2721406"/>
            <a:chExt cx="288032" cy="276999"/>
          </a:xfrm>
          <a:solidFill>
            <a:srgbClr val="44C8F5"/>
          </a:solidFill>
        </p:grpSpPr>
        <p:sp>
          <p:nvSpPr>
            <p:cNvPr id="82" name="Rectangle 31">
              <a:extLst>
                <a:ext uri="{FF2B5EF4-FFF2-40B4-BE49-F238E27FC236}">
                  <a16:creationId xmlns:a16="http://schemas.microsoft.com/office/drawing/2014/main" id="{AA112DFC-4271-45A6-90DC-18F46981691F}"/>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3" name="TextBox 32">
              <a:extLst>
                <a:ext uri="{FF2B5EF4-FFF2-40B4-BE49-F238E27FC236}">
                  <a16:creationId xmlns:a16="http://schemas.microsoft.com/office/drawing/2014/main" id="{17A947B4-15D0-44C6-8C94-1B9A07B9A4B0}"/>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4</a:t>
              </a:r>
              <a:endParaRPr lang="en-US" sz="1200" b="1" dirty="0">
                <a:solidFill>
                  <a:schemeClr val="tx1"/>
                </a:solidFill>
                <a:latin typeface="Arial" panose="020B0604020202020204" pitchFamily="34" charset="0"/>
                <a:cs typeface="Arial" panose="020B0604020202020204" pitchFamily="34" charset="0"/>
              </a:endParaRPr>
            </a:p>
          </p:txBody>
        </p:sp>
      </p:grpSp>
      <p:grpSp>
        <p:nvGrpSpPr>
          <p:cNvPr id="84" name="Group 33">
            <a:extLst>
              <a:ext uri="{FF2B5EF4-FFF2-40B4-BE49-F238E27FC236}">
                <a16:creationId xmlns:a16="http://schemas.microsoft.com/office/drawing/2014/main" id="{44113840-8227-48FF-87BE-83E5BFDBD726}"/>
              </a:ext>
            </a:extLst>
          </p:cNvPr>
          <p:cNvGrpSpPr/>
          <p:nvPr userDrawn="1"/>
        </p:nvGrpSpPr>
        <p:grpSpPr>
          <a:xfrm>
            <a:off x="6608159" y="4929162"/>
            <a:ext cx="288032" cy="276999"/>
            <a:chOff x="12492689" y="2721406"/>
            <a:chExt cx="288032" cy="276999"/>
          </a:xfrm>
          <a:solidFill>
            <a:srgbClr val="44C8F5"/>
          </a:solidFill>
        </p:grpSpPr>
        <p:sp>
          <p:nvSpPr>
            <p:cNvPr id="85" name="Rectangle 34">
              <a:extLst>
                <a:ext uri="{FF2B5EF4-FFF2-40B4-BE49-F238E27FC236}">
                  <a16:creationId xmlns:a16="http://schemas.microsoft.com/office/drawing/2014/main" id="{450D1A45-ABC5-4E22-9AF4-620CE759ADC0}"/>
                </a:ext>
              </a:extLst>
            </p:cNvPr>
            <p:cNvSpPr/>
            <p:nvPr/>
          </p:nvSpPr>
          <p:spPr>
            <a:xfrm>
              <a:off x="12507842" y="2721406"/>
              <a:ext cx="252028" cy="25202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6" name="TextBox 35">
              <a:extLst>
                <a:ext uri="{FF2B5EF4-FFF2-40B4-BE49-F238E27FC236}">
                  <a16:creationId xmlns:a16="http://schemas.microsoft.com/office/drawing/2014/main" id="{3F564AFC-0F26-4E76-8D99-F528D3C426BA}"/>
                </a:ext>
              </a:extLst>
            </p:cNvPr>
            <p:cNvSpPr txBox="1"/>
            <p:nvPr/>
          </p:nvSpPr>
          <p:spPr>
            <a:xfrm>
              <a:off x="12492689" y="2721406"/>
              <a:ext cx="288032" cy="276999"/>
            </a:xfrm>
            <a:prstGeom prst="rect">
              <a:avLst/>
            </a:prstGeom>
            <a:grpFill/>
          </p:spPr>
          <p:txBody>
            <a:bodyPr wrap="square" rtlCol="0">
              <a:spAutoFit/>
            </a:bodyPr>
            <a:lstStyle/>
            <a:p>
              <a:r>
                <a:rPr lang="nl-NL" sz="1200" b="1" dirty="0">
                  <a:solidFill>
                    <a:schemeClr val="tx1"/>
                  </a:solidFill>
                  <a:latin typeface="Arial" panose="020B0604020202020204" pitchFamily="34" charset="0"/>
                  <a:cs typeface="Arial" panose="020B0604020202020204" pitchFamily="34" charset="0"/>
                </a:rPr>
                <a:t>5</a:t>
              </a:r>
              <a:endParaRPr lang="en-US" sz="1200" b="1" dirty="0">
                <a:solidFill>
                  <a:schemeClr val="tx1"/>
                </a:solidFill>
                <a:latin typeface="Arial" panose="020B0604020202020204" pitchFamily="34" charset="0"/>
                <a:cs typeface="Arial" panose="020B0604020202020204" pitchFamily="34" charset="0"/>
              </a:endParaRPr>
            </a:p>
          </p:txBody>
        </p:sp>
      </p:grpSp>
      <p:sp>
        <p:nvSpPr>
          <p:cNvPr id="87" name="TextBox 36">
            <a:extLst>
              <a:ext uri="{FF2B5EF4-FFF2-40B4-BE49-F238E27FC236}">
                <a16:creationId xmlns:a16="http://schemas.microsoft.com/office/drawing/2014/main" id="{AA2F5529-00E8-4650-ABAF-4A6F7DD9C9DB}"/>
              </a:ext>
            </a:extLst>
          </p:cNvPr>
          <p:cNvSpPr txBox="1"/>
          <p:nvPr userDrawn="1"/>
        </p:nvSpPr>
        <p:spPr>
          <a:xfrm>
            <a:off x="9300404" y="3609192"/>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Kaart aanpassen</a:t>
            </a:r>
            <a:endParaRPr lang="en-US" sz="1400" b="1" dirty="0">
              <a:solidFill>
                <a:schemeClr val="tx2"/>
              </a:solidFill>
              <a:latin typeface="+mn-lt"/>
              <a:cs typeface="Arial" panose="020B0604020202020204" pitchFamily="34" charset="0"/>
            </a:endParaRPr>
          </a:p>
        </p:txBody>
      </p:sp>
      <p:sp>
        <p:nvSpPr>
          <p:cNvPr id="89" name="TextBox 38">
            <a:extLst>
              <a:ext uri="{FF2B5EF4-FFF2-40B4-BE49-F238E27FC236}">
                <a16:creationId xmlns:a16="http://schemas.microsoft.com/office/drawing/2014/main" id="{EA78FF7D-82BB-436C-B986-A5CE702A00A3}"/>
              </a:ext>
            </a:extLst>
          </p:cNvPr>
          <p:cNvSpPr txBox="1"/>
          <p:nvPr userDrawn="1"/>
        </p:nvSpPr>
        <p:spPr>
          <a:xfrm>
            <a:off x="9310260" y="4349764"/>
            <a:ext cx="2770672" cy="861774"/>
          </a:xfrm>
          <a:prstGeom prst="rect">
            <a:avLst/>
          </a:prstGeom>
          <a:noFill/>
        </p:spPr>
        <p:txBody>
          <a:bodyPr wrap="square" rtlCol="0">
            <a:spAutoFit/>
          </a:bodyPr>
          <a:lstStyle/>
          <a:p>
            <a:r>
              <a:rPr lang="nl-NL" sz="1000" dirty="0">
                <a:latin typeface="+mn-lt"/>
                <a:cs typeface="Arial" panose="020B0604020202020204" pitchFamily="34" charset="0"/>
              </a:rPr>
              <a:t>Selecteer eerst de kaart en vervolgens het deel dat je wenst te kleuren. Klik naast de kaart om deze weer te verlaten.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Copier de </a:t>
            </a:r>
            <a:r>
              <a:rPr lang="nl-NL" sz="1000" dirty="0" err="1">
                <a:latin typeface="+mn-lt"/>
                <a:cs typeface="Arial" panose="020B0604020202020204" pitchFamily="34" charset="0"/>
              </a:rPr>
              <a:t>pushpin</a:t>
            </a:r>
            <a:r>
              <a:rPr lang="nl-NL" sz="1000" dirty="0">
                <a:latin typeface="+mn-lt"/>
                <a:cs typeface="Arial" panose="020B0604020202020204" pitchFamily="34" charset="0"/>
              </a:rPr>
              <a:t> waar nodig.</a:t>
            </a:r>
          </a:p>
        </p:txBody>
      </p:sp>
      <p:sp>
        <p:nvSpPr>
          <p:cNvPr id="90" name="TextBox 36">
            <a:extLst>
              <a:ext uri="{FF2B5EF4-FFF2-40B4-BE49-F238E27FC236}">
                <a16:creationId xmlns:a16="http://schemas.microsoft.com/office/drawing/2014/main" id="{6DBAA09B-77BC-46DD-9C2D-C9B2FF1BDD67}"/>
              </a:ext>
            </a:extLst>
          </p:cNvPr>
          <p:cNvSpPr txBox="1"/>
          <p:nvPr userDrawn="1"/>
        </p:nvSpPr>
        <p:spPr>
          <a:xfrm>
            <a:off x="12086214" y="6390560"/>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Grafieken aanpassen</a:t>
            </a:r>
            <a:endParaRPr lang="en-US" sz="1400" b="1" dirty="0">
              <a:solidFill>
                <a:schemeClr val="tx2"/>
              </a:solidFill>
              <a:latin typeface="+mn-lt"/>
              <a:cs typeface="Arial" panose="020B0604020202020204" pitchFamily="34" charset="0"/>
            </a:endParaRPr>
          </a:p>
        </p:txBody>
      </p:sp>
      <p:sp>
        <p:nvSpPr>
          <p:cNvPr id="92" name="TextBox 38">
            <a:extLst>
              <a:ext uri="{FF2B5EF4-FFF2-40B4-BE49-F238E27FC236}">
                <a16:creationId xmlns:a16="http://schemas.microsoft.com/office/drawing/2014/main" id="{3A1EC23F-6179-4B7D-99C6-F692362999F2}"/>
              </a:ext>
            </a:extLst>
          </p:cNvPr>
          <p:cNvSpPr txBox="1"/>
          <p:nvPr userDrawn="1"/>
        </p:nvSpPr>
        <p:spPr>
          <a:xfrm>
            <a:off x="12081034" y="7140986"/>
            <a:ext cx="2770671" cy="1323439"/>
          </a:xfrm>
          <a:prstGeom prst="rect">
            <a:avLst/>
          </a:prstGeom>
          <a:noFill/>
        </p:spPr>
        <p:txBody>
          <a:bodyPr wrap="square" rtlCol="0">
            <a:spAutoFit/>
          </a:bodyPr>
          <a:lstStyle/>
          <a:p>
            <a:r>
              <a:rPr lang="nl-NL" sz="1000" dirty="0">
                <a:latin typeface="+mn-lt"/>
                <a:cs typeface="Arial" panose="020B0604020202020204" pitchFamily="34" charset="0"/>
              </a:rPr>
              <a:t>Klik rechts op de grafiek en kies voor:</a:t>
            </a: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endParaRPr lang="nl-NL" sz="1000" dirty="0">
              <a:latin typeface="+mn-lt"/>
              <a:cs typeface="Arial" panose="020B0604020202020204" pitchFamily="34" charset="0"/>
            </a:endParaRPr>
          </a:p>
          <a:p>
            <a:r>
              <a:rPr lang="nl-NL" sz="1000" dirty="0">
                <a:latin typeface="+mn-lt"/>
                <a:cs typeface="Arial" panose="020B0604020202020204" pitchFamily="34" charset="0"/>
              </a:rPr>
              <a:t>Kies steeds voor voldoende duidelijke kleuren in de grafieken. Eventueel kies je voor een patroonopvulling (via rechtsklik &gt; vorm opmaken) </a:t>
            </a:r>
          </a:p>
        </p:txBody>
      </p:sp>
      <p:pic>
        <p:nvPicPr>
          <p:cNvPr id="93" name="chart">
            <a:extLst>
              <a:ext uri="{FF2B5EF4-FFF2-40B4-BE49-F238E27FC236}">
                <a16:creationId xmlns:a16="http://schemas.microsoft.com/office/drawing/2014/main" id="{A2A04AF4-78CB-4D09-A7E2-599E51065672}"/>
              </a:ext>
            </a:extLst>
          </p:cNvPr>
          <p:cNvPicPr>
            <a:picLocks noChangeAspect="1"/>
          </p:cNvPicPr>
          <p:nvPr userDrawn="1"/>
        </p:nvPicPr>
        <p:blipFill rotWithShape="1">
          <a:blip r:embed="rId7" cstate="email">
            <a:extLst>
              <a:ext uri="{28A0092B-C50C-407E-A947-70E740481C1C}">
                <a14:useLocalDpi xmlns:a14="http://schemas.microsoft.com/office/drawing/2010/main" val="0"/>
              </a:ext>
            </a:extLst>
          </a:blip>
          <a:srcRect/>
          <a:stretch/>
        </p:blipFill>
        <p:spPr>
          <a:xfrm>
            <a:off x="12821439" y="7457420"/>
            <a:ext cx="1345121" cy="247310"/>
          </a:xfrm>
          <a:prstGeom prst="rect">
            <a:avLst/>
          </a:prstGeom>
        </p:spPr>
      </p:pic>
      <p:sp>
        <p:nvSpPr>
          <p:cNvPr id="94" name="TextBox 36">
            <a:extLst>
              <a:ext uri="{FF2B5EF4-FFF2-40B4-BE49-F238E27FC236}">
                <a16:creationId xmlns:a16="http://schemas.microsoft.com/office/drawing/2014/main" id="{4F7CAB68-4C68-4C04-91CF-D69844A9EAC1}"/>
              </a:ext>
            </a:extLst>
          </p:cNvPr>
          <p:cNvSpPr txBox="1"/>
          <p:nvPr userDrawn="1"/>
        </p:nvSpPr>
        <p:spPr>
          <a:xfrm>
            <a:off x="14856787" y="5038324"/>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Vragen of hulp</a:t>
            </a:r>
            <a:endParaRPr lang="en-US" sz="1400" b="1" dirty="0">
              <a:solidFill>
                <a:schemeClr val="tx2"/>
              </a:solidFill>
              <a:latin typeface="+mn-lt"/>
              <a:cs typeface="Arial" panose="020B0604020202020204" pitchFamily="34" charset="0"/>
            </a:endParaRPr>
          </a:p>
        </p:txBody>
      </p:sp>
      <p:sp>
        <p:nvSpPr>
          <p:cNvPr id="96" name="TextBox 38">
            <a:extLst>
              <a:ext uri="{FF2B5EF4-FFF2-40B4-BE49-F238E27FC236}">
                <a16:creationId xmlns:a16="http://schemas.microsoft.com/office/drawing/2014/main" id="{6D7CAE6B-E18B-4842-93CE-2304F8AB88F4}"/>
              </a:ext>
            </a:extLst>
          </p:cNvPr>
          <p:cNvSpPr txBox="1"/>
          <p:nvPr userDrawn="1"/>
        </p:nvSpPr>
        <p:spPr>
          <a:xfrm>
            <a:off x="14866311" y="5757113"/>
            <a:ext cx="2750175" cy="400110"/>
          </a:xfrm>
          <a:prstGeom prst="rect">
            <a:avLst/>
          </a:prstGeom>
          <a:noFill/>
        </p:spPr>
        <p:txBody>
          <a:bodyPr wrap="square" rtlCol="0">
            <a:spAutoFit/>
          </a:bodyPr>
          <a:lstStyle/>
          <a:p>
            <a:r>
              <a:rPr lang="nl-NL" sz="1000" dirty="0">
                <a:latin typeface="+mn-lt"/>
                <a:cs typeface="Arial" panose="020B0604020202020204" pitchFamily="34" charset="0"/>
              </a:rPr>
              <a:t>Contacteer de dienst communicatie of </a:t>
            </a:r>
            <a:r>
              <a:rPr lang="nl-NL" sz="1000" dirty="0">
                <a:latin typeface="+mn-lt"/>
                <a:cs typeface="Arial" panose="020B0604020202020204" pitchFamily="34" charset="0"/>
                <a:hlinkClick r:id="rId8"/>
              </a:rPr>
              <a:t>regis.le.roy@howest.be</a:t>
            </a:r>
            <a:r>
              <a:rPr lang="nl-NL" sz="1000" dirty="0">
                <a:latin typeface="+mn-lt"/>
                <a:cs typeface="Arial" panose="020B0604020202020204" pitchFamily="34" charset="0"/>
              </a:rPr>
              <a:t> </a:t>
            </a:r>
          </a:p>
        </p:txBody>
      </p:sp>
      <p:sp>
        <p:nvSpPr>
          <p:cNvPr id="97" name="TextBox 36">
            <a:extLst>
              <a:ext uri="{FF2B5EF4-FFF2-40B4-BE49-F238E27FC236}">
                <a16:creationId xmlns:a16="http://schemas.microsoft.com/office/drawing/2014/main" id="{1C8AE7A2-7D59-4B12-8827-31714EDA2018}"/>
              </a:ext>
            </a:extLst>
          </p:cNvPr>
          <p:cNvSpPr txBox="1"/>
          <p:nvPr userDrawn="1"/>
        </p:nvSpPr>
        <p:spPr>
          <a:xfrm>
            <a:off x="12094058" y="1530329"/>
            <a:ext cx="2376264" cy="307777"/>
          </a:xfrm>
          <a:prstGeom prst="rect">
            <a:avLst/>
          </a:prstGeom>
          <a:noFill/>
        </p:spPr>
        <p:txBody>
          <a:bodyPr wrap="square" rtlCol="0">
            <a:spAutoFit/>
          </a:bodyPr>
          <a:lstStyle/>
          <a:p>
            <a:r>
              <a:rPr lang="nl-NL" sz="1400" b="1" dirty="0" err="1">
                <a:solidFill>
                  <a:schemeClr val="tx2"/>
                </a:solidFill>
                <a:latin typeface="+mn-lt"/>
                <a:cs typeface="Arial" panose="020B0604020202020204" pitchFamily="34" charset="0"/>
              </a:rPr>
              <a:t>SmartArt</a:t>
            </a:r>
            <a:r>
              <a:rPr lang="nl-NL" sz="1400" b="1" dirty="0">
                <a:solidFill>
                  <a:schemeClr val="tx2"/>
                </a:solidFill>
                <a:latin typeface="+mn-lt"/>
                <a:cs typeface="Arial" panose="020B0604020202020204" pitchFamily="34" charset="0"/>
              </a:rPr>
              <a:t> aanpassen</a:t>
            </a:r>
            <a:endParaRPr lang="en-US" sz="1400" b="1" dirty="0">
              <a:solidFill>
                <a:schemeClr val="tx2"/>
              </a:solidFill>
              <a:latin typeface="+mn-lt"/>
              <a:cs typeface="Arial" panose="020B0604020202020204" pitchFamily="34" charset="0"/>
            </a:endParaRPr>
          </a:p>
        </p:txBody>
      </p:sp>
      <p:sp>
        <p:nvSpPr>
          <p:cNvPr id="99" name="TextBox 38">
            <a:extLst>
              <a:ext uri="{FF2B5EF4-FFF2-40B4-BE49-F238E27FC236}">
                <a16:creationId xmlns:a16="http://schemas.microsoft.com/office/drawing/2014/main" id="{4BCF1475-8589-479C-9632-7EAB42D84812}"/>
              </a:ext>
            </a:extLst>
          </p:cNvPr>
          <p:cNvSpPr txBox="1"/>
          <p:nvPr userDrawn="1"/>
        </p:nvSpPr>
        <p:spPr>
          <a:xfrm>
            <a:off x="12084102" y="2250825"/>
            <a:ext cx="2770673" cy="1015663"/>
          </a:xfrm>
          <a:prstGeom prst="rect">
            <a:avLst/>
          </a:prstGeom>
          <a:noFill/>
        </p:spPr>
        <p:txBody>
          <a:bodyPr wrap="square" rtlCol="0">
            <a:spAutoFit/>
          </a:bodyPr>
          <a:lstStyle/>
          <a:p>
            <a:r>
              <a:rPr lang="nl-NL" sz="1000" dirty="0">
                <a:latin typeface="+mn-lt"/>
                <a:cs typeface="Arial" panose="020B0604020202020204" pitchFamily="34" charset="0"/>
              </a:rPr>
              <a:t>Copier de </a:t>
            </a:r>
            <a:r>
              <a:rPr lang="nl-NL" sz="1000" dirty="0" err="1">
                <a:latin typeface="+mn-lt"/>
                <a:cs typeface="Arial" panose="020B0604020202020204" pitchFamily="34" charset="0"/>
              </a:rPr>
              <a:t>smartart</a:t>
            </a:r>
            <a:r>
              <a:rPr lang="nl-NL" sz="1000" dirty="0">
                <a:latin typeface="+mn-lt"/>
                <a:cs typeface="Arial" panose="020B0604020202020204" pitchFamily="34" charset="0"/>
              </a:rPr>
              <a:t> naar de template je slide.</a:t>
            </a:r>
          </a:p>
          <a:p>
            <a:endParaRPr lang="nl-NL" sz="1000" dirty="0">
              <a:latin typeface="+mn-lt"/>
              <a:cs typeface="Arial" panose="020B0604020202020204" pitchFamily="34" charset="0"/>
            </a:endParaRPr>
          </a:p>
          <a:p>
            <a:r>
              <a:rPr lang="nl-NL" sz="1000" dirty="0">
                <a:latin typeface="+mn-lt"/>
                <a:cs typeface="Arial" panose="020B0604020202020204" pitchFamily="34" charset="0"/>
              </a:rPr>
              <a:t>Klik op het pijltje in het midden-links, en voer de juiste gegevens in. Indien je ver der wilt aanpassen maar de smart Art laat het niet toe, klik rechts en kies voor converteren naar vormen </a:t>
            </a:r>
          </a:p>
        </p:txBody>
      </p:sp>
      <p:sp>
        <p:nvSpPr>
          <p:cNvPr id="113" name="TextBox 38">
            <a:extLst>
              <a:ext uri="{FF2B5EF4-FFF2-40B4-BE49-F238E27FC236}">
                <a16:creationId xmlns:a16="http://schemas.microsoft.com/office/drawing/2014/main" id="{850E5F4D-E92E-4DFD-BF6D-D0EC3EA4592A}"/>
              </a:ext>
            </a:extLst>
          </p:cNvPr>
          <p:cNvSpPr txBox="1"/>
          <p:nvPr userDrawn="1"/>
        </p:nvSpPr>
        <p:spPr>
          <a:xfrm>
            <a:off x="14856787" y="3659658"/>
            <a:ext cx="2759700" cy="707886"/>
          </a:xfrm>
          <a:prstGeom prst="rect">
            <a:avLst/>
          </a:prstGeom>
          <a:noFill/>
        </p:spPr>
        <p:txBody>
          <a:bodyPr wrap="square" rtlCol="0">
            <a:spAutoFit/>
          </a:bodyPr>
          <a:lstStyle/>
          <a:p>
            <a:r>
              <a:rPr lang="nl-BE" sz="1000" dirty="0">
                <a:latin typeface="+mn-lt"/>
                <a:cs typeface="Arial" panose="020B0604020202020204" pitchFamily="34" charset="0"/>
              </a:rPr>
              <a:t>Gelieve steeds de laatste versie af te halen van dit bestand! Via het intranet op </a:t>
            </a:r>
          </a:p>
          <a:p>
            <a:r>
              <a:rPr lang="nl-BE" sz="1000" dirty="0">
                <a:latin typeface="+mn-lt"/>
                <a:cs typeface="Arial" panose="020B0604020202020204" pitchFamily="34" charset="0"/>
                <a:hlinkClick r:id="rId9"/>
              </a:rPr>
              <a:t>https://start.howest.be/StrategieCommunicatie/Communicatie</a:t>
            </a:r>
            <a:endParaRPr lang="nl-BE" sz="1000" dirty="0">
              <a:latin typeface="+mn-lt"/>
              <a:cs typeface="Arial" panose="020B0604020202020204" pitchFamily="34" charset="0"/>
            </a:endParaRPr>
          </a:p>
        </p:txBody>
      </p:sp>
      <p:sp>
        <p:nvSpPr>
          <p:cNvPr id="114" name="TextBox 36">
            <a:extLst>
              <a:ext uri="{FF2B5EF4-FFF2-40B4-BE49-F238E27FC236}">
                <a16:creationId xmlns:a16="http://schemas.microsoft.com/office/drawing/2014/main" id="{8B38AB47-D7F6-43A9-82FC-26DB1C7F11F0}"/>
              </a:ext>
            </a:extLst>
          </p:cNvPr>
          <p:cNvSpPr txBox="1"/>
          <p:nvPr userDrawn="1"/>
        </p:nvSpPr>
        <p:spPr>
          <a:xfrm>
            <a:off x="14856787" y="295199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Over deze template</a:t>
            </a:r>
            <a:endParaRPr lang="en-US" sz="1400" b="1" dirty="0">
              <a:solidFill>
                <a:schemeClr val="tx2"/>
              </a:solidFill>
              <a:latin typeface="+mn-lt"/>
              <a:cs typeface="Arial" panose="020B0604020202020204" pitchFamily="34" charset="0"/>
            </a:endParaRPr>
          </a:p>
        </p:txBody>
      </p:sp>
      <p:sp>
        <p:nvSpPr>
          <p:cNvPr id="116" name="TextBox 36">
            <a:extLst>
              <a:ext uri="{FF2B5EF4-FFF2-40B4-BE49-F238E27FC236}">
                <a16:creationId xmlns:a16="http://schemas.microsoft.com/office/drawing/2014/main" id="{DE98C9ED-DA0E-4489-AFB6-87BCD764E8A7}"/>
              </a:ext>
            </a:extLst>
          </p:cNvPr>
          <p:cNvSpPr txBox="1"/>
          <p:nvPr userDrawn="1"/>
        </p:nvSpPr>
        <p:spPr>
          <a:xfrm>
            <a:off x="9292223" y="5700406"/>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Kleuren</a:t>
            </a:r>
            <a:endParaRPr lang="en-US" sz="1400" b="1" dirty="0">
              <a:solidFill>
                <a:schemeClr val="tx2"/>
              </a:solidFill>
              <a:latin typeface="+mn-lt"/>
              <a:cs typeface="Arial" panose="020B0604020202020204" pitchFamily="34" charset="0"/>
            </a:endParaRPr>
          </a:p>
        </p:txBody>
      </p:sp>
      <p:cxnSp>
        <p:nvCxnSpPr>
          <p:cNvPr id="117" name="Straight Connector 37">
            <a:extLst>
              <a:ext uri="{FF2B5EF4-FFF2-40B4-BE49-F238E27FC236}">
                <a16:creationId xmlns:a16="http://schemas.microsoft.com/office/drawing/2014/main" id="{3EED5409-45F2-4D7E-8B14-5980F8596974}"/>
              </a:ext>
            </a:extLst>
          </p:cNvPr>
          <p:cNvCxnSpPr>
            <a:cxnSpLocks/>
          </p:cNvCxnSpPr>
          <p:nvPr userDrawn="1"/>
        </p:nvCxnSpPr>
        <p:spPr>
          <a:xfrm>
            <a:off x="9395015" y="6373382"/>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grpSp>
        <p:nvGrpSpPr>
          <p:cNvPr id="119" name="Groep 118">
            <a:extLst>
              <a:ext uri="{FF2B5EF4-FFF2-40B4-BE49-F238E27FC236}">
                <a16:creationId xmlns:a16="http://schemas.microsoft.com/office/drawing/2014/main" id="{A8B5B5E1-95C0-4AEC-B273-7921DC462D82}"/>
              </a:ext>
            </a:extLst>
          </p:cNvPr>
          <p:cNvGrpSpPr/>
          <p:nvPr userDrawn="1"/>
        </p:nvGrpSpPr>
        <p:grpSpPr>
          <a:xfrm>
            <a:off x="9402506" y="6426409"/>
            <a:ext cx="1871067" cy="1785104"/>
            <a:chOff x="15665503" y="2139926"/>
            <a:chExt cx="1871067" cy="1785104"/>
          </a:xfrm>
        </p:grpSpPr>
        <p:sp>
          <p:nvSpPr>
            <p:cNvPr id="103" name="Rechthoek 102">
              <a:extLst>
                <a:ext uri="{FF2B5EF4-FFF2-40B4-BE49-F238E27FC236}">
                  <a16:creationId xmlns:a16="http://schemas.microsoft.com/office/drawing/2014/main" id="{04E0274B-4A23-4599-8B39-A2CDABB5ECA3}"/>
                </a:ext>
              </a:extLst>
            </p:cNvPr>
            <p:cNvSpPr/>
            <p:nvPr userDrawn="1"/>
          </p:nvSpPr>
          <p:spPr>
            <a:xfrm>
              <a:off x="15665506" y="2356874"/>
              <a:ext cx="142875" cy="142875"/>
            </a:xfrm>
            <a:prstGeom prst="rect">
              <a:avLst/>
            </a:prstGeom>
            <a:solidFill>
              <a:srgbClr val="44C8F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4" name="Rechthoek 103">
              <a:extLst>
                <a:ext uri="{FF2B5EF4-FFF2-40B4-BE49-F238E27FC236}">
                  <a16:creationId xmlns:a16="http://schemas.microsoft.com/office/drawing/2014/main" id="{E1C80EC1-5F77-4E24-97DC-457FB1A14657}"/>
                </a:ext>
              </a:extLst>
            </p:cNvPr>
            <p:cNvSpPr/>
            <p:nvPr userDrawn="1"/>
          </p:nvSpPr>
          <p:spPr>
            <a:xfrm>
              <a:off x="15665505" y="2658102"/>
              <a:ext cx="142875" cy="14287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5" name="Rechthoek 104">
              <a:extLst>
                <a:ext uri="{FF2B5EF4-FFF2-40B4-BE49-F238E27FC236}">
                  <a16:creationId xmlns:a16="http://schemas.microsoft.com/office/drawing/2014/main" id="{032FF1D0-E9B8-496A-AD2B-856323BFB5F3}"/>
                </a:ext>
              </a:extLst>
            </p:cNvPr>
            <p:cNvSpPr/>
            <p:nvPr userDrawn="1"/>
          </p:nvSpPr>
          <p:spPr>
            <a:xfrm>
              <a:off x="15665505" y="2959330"/>
              <a:ext cx="142875" cy="14287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6" name="Rechthoek 105">
              <a:extLst>
                <a:ext uri="{FF2B5EF4-FFF2-40B4-BE49-F238E27FC236}">
                  <a16:creationId xmlns:a16="http://schemas.microsoft.com/office/drawing/2014/main" id="{7F705A8C-EA5F-4F41-AD15-B86434C8BD00}"/>
                </a:ext>
              </a:extLst>
            </p:cNvPr>
            <p:cNvSpPr/>
            <p:nvPr userDrawn="1"/>
          </p:nvSpPr>
          <p:spPr>
            <a:xfrm>
              <a:off x="15665504" y="3260558"/>
              <a:ext cx="142875" cy="142875"/>
            </a:xfrm>
            <a:prstGeom prst="rect">
              <a:avLst/>
            </a:prstGeom>
            <a:solidFill>
              <a:srgbClr val="EC008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07" name="Rechthoek 106">
              <a:extLst>
                <a:ext uri="{FF2B5EF4-FFF2-40B4-BE49-F238E27FC236}">
                  <a16:creationId xmlns:a16="http://schemas.microsoft.com/office/drawing/2014/main" id="{A0474411-4E19-4BC3-8560-FCFC981AB516}"/>
                </a:ext>
              </a:extLst>
            </p:cNvPr>
            <p:cNvSpPr/>
            <p:nvPr userDrawn="1"/>
          </p:nvSpPr>
          <p:spPr>
            <a:xfrm>
              <a:off x="15665503" y="3561785"/>
              <a:ext cx="142875" cy="142875"/>
            </a:xfrm>
            <a:prstGeom prst="rect">
              <a:avLst/>
            </a:prstGeom>
            <a:solidFill>
              <a:srgbClr val="FFF2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rgbClr val="44C8F5"/>
                </a:solidFill>
              </a:endParaRPr>
            </a:p>
          </p:txBody>
        </p:sp>
        <p:sp>
          <p:nvSpPr>
            <p:cNvPr id="118" name="TextBox 38">
              <a:extLst>
                <a:ext uri="{FF2B5EF4-FFF2-40B4-BE49-F238E27FC236}">
                  <a16:creationId xmlns:a16="http://schemas.microsoft.com/office/drawing/2014/main" id="{287A7DDB-E8BB-46B2-9EC3-C6D16541431F}"/>
                </a:ext>
              </a:extLst>
            </p:cNvPr>
            <p:cNvSpPr txBox="1"/>
            <p:nvPr userDrawn="1"/>
          </p:nvSpPr>
          <p:spPr>
            <a:xfrm>
              <a:off x="15808378" y="2139926"/>
              <a:ext cx="1728192" cy="1785104"/>
            </a:xfrm>
            <a:prstGeom prst="rect">
              <a:avLst/>
            </a:prstGeom>
            <a:noFill/>
          </p:spPr>
          <p:txBody>
            <a:bodyPr wrap="square" rtlCol="0">
              <a:spAutoFit/>
            </a:bodyPr>
            <a:lstStyle/>
            <a:p>
              <a:pPr marL="0" indent="0" algn="l">
                <a:buFontTx/>
                <a:buNone/>
              </a:pPr>
              <a:r>
                <a:rPr lang="en-US" sz="1000" dirty="0"/>
                <a:t>H</a:t>
              </a:r>
              <a:r>
                <a:rPr lang="nl-BE" sz="1000" dirty="0" err="1"/>
                <a:t>oofdkleur</a:t>
              </a:r>
              <a:endParaRPr lang="nl-BE" sz="1000" dirty="0"/>
            </a:p>
            <a:p>
              <a:pPr marL="0" indent="0" algn="l">
                <a:buFontTx/>
                <a:buNone/>
              </a:pPr>
              <a:r>
                <a:rPr lang="nl-BE" sz="1000" dirty="0"/>
                <a:t>Blauw (RGB: 68,200,245)</a:t>
              </a:r>
            </a:p>
            <a:p>
              <a:pPr marL="0" indent="0">
                <a:buFontTx/>
                <a:buNone/>
              </a:pPr>
              <a:r>
                <a:rPr lang="en-US" sz="1000" dirty="0"/>
                <a:t>1</a:t>
              </a:r>
              <a:r>
                <a:rPr lang="en-US" sz="1000" baseline="30000" dirty="0"/>
                <a:t>ste </a:t>
              </a:r>
              <a:r>
                <a:rPr lang="nl-BE" sz="1000" dirty="0"/>
                <a:t> Tekstkleur </a:t>
              </a:r>
            </a:p>
            <a:p>
              <a:pPr marL="0" indent="0">
                <a:buFontTx/>
                <a:buNone/>
              </a:pPr>
              <a:r>
                <a:rPr lang="nl-BE" sz="1000" dirty="0"/>
                <a:t>Wit (RGB:255,255,255)</a:t>
              </a:r>
            </a:p>
            <a:p>
              <a:pPr marL="0" indent="0">
                <a:buFontTx/>
                <a:buNone/>
              </a:pPr>
              <a:r>
                <a:rPr lang="en-US" sz="1000" dirty="0"/>
                <a:t>2</a:t>
              </a:r>
              <a:r>
                <a:rPr lang="en-US" sz="1000" baseline="30000" dirty="0"/>
                <a:t>de</a:t>
              </a:r>
              <a:r>
                <a:rPr lang="en-US" sz="1000" dirty="0"/>
                <a:t>   </a:t>
              </a:r>
              <a:r>
                <a:rPr lang="en-US" sz="1000" dirty="0" err="1"/>
                <a:t>Tekstkleur</a:t>
              </a:r>
              <a:endParaRPr lang="en-US" sz="1000" dirty="0"/>
            </a:p>
            <a:p>
              <a:pPr marL="0" indent="0">
                <a:buFontTx/>
                <a:buNone/>
              </a:pPr>
              <a:r>
                <a:rPr lang="en-US" sz="1000" dirty="0"/>
                <a:t>Z</a:t>
              </a:r>
              <a:r>
                <a:rPr lang="nl-BE" sz="1000" dirty="0"/>
                <a:t>wart (RGB:0,0,0)</a:t>
              </a:r>
            </a:p>
            <a:p>
              <a:pPr marL="0" indent="0">
                <a:buFontTx/>
                <a:buNone/>
              </a:pPr>
              <a:r>
                <a:rPr lang="en-US" sz="1000" dirty="0"/>
                <a:t>Extra: </a:t>
              </a:r>
            </a:p>
            <a:p>
              <a:pPr marL="0" indent="0">
                <a:buFontTx/>
                <a:buNone/>
              </a:pPr>
              <a:r>
                <a:rPr lang="en-US" sz="1000" dirty="0"/>
                <a:t>Magenta</a:t>
              </a:r>
              <a:r>
                <a:rPr lang="nl-BE" sz="1000" dirty="0"/>
                <a:t> (RGB: 236,0,140)</a:t>
              </a:r>
            </a:p>
            <a:p>
              <a:pPr marL="0" indent="0">
                <a:buFontTx/>
                <a:buNone/>
              </a:pPr>
              <a:r>
                <a:rPr lang="nl-BE" sz="1000" dirty="0"/>
                <a:t>Extra:</a:t>
              </a:r>
            </a:p>
            <a:p>
              <a:pPr marL="0" indent="0">
                <a:buFontTx/>
                <a:buNone/>
              </a:pPr>
              <a:r>
                <a:rPr lang="nl-BE" sz="1000" dirty="0"/>
                <a:t>Geel (RGB: 255,242,0) (niet gebruiken op wit)</a:t>
              </a:r>
            </a:p>
          </p:txBody>
        </p:sp>
      </p:grpSp>
      <p:sp>
        <p:nvSpPr>
          <p:cNvPr id="120" name="TextBox 36">
            <a:extLst>
              <a:ext uri="{FF2B5EF4-FFF2-40B4-BE49-F238E27FC236}">
                <a16:creationId xmlns:a16="http://schemas.microsoft.com/office/drawing/2014/main" id="{3EAF5BE9-EF67-47E5-A682-94D24FB13906}"/>
              </a:ext>
            </a:extLst>
          </p:cNvPr>
          <p:cNvSpPr txBox="1"/>
          <p:nvPr userDrawn="1"/>
        </p:nvSpPr>
        <p:spPr>
          <a:xfrm>
            <a:off x="14843097" y="1530329"/>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Hulplijnen tonen aanpassen</a:t>
            </a:r>
            <a:endParaRPr lang="en-US" sz="1400" b="1" dirty="0">
              <a:solidFill>
                <a:schemeClr val="tx2"/>
              </a:solidFill>
              <a:latin typeface="+mn-lt"/>
              <a:cs typeface="Arial" panose="020B0604020202020204" pitchFamily="34" charset="0"/>
            </a:endParaRPr>
          </a:p>
        </p:txBody>
      </p:sp>
      <p:cxnSp>
        <p:nvCxnSpPr>
          <p:cNvPr id="121" name="Straight Connector 37">
            <a:extLst>
              <a:ext uri="{FF2B5EF4-FFF2-40B4-BE49-F238E27FC236}">
                <a16:creationId xmlns:a16="http://schemas.microsoft.com/office/drawing/2014/main" id="{819FD590-9EA9-40CE-B351-6A5B55A4522C}"/>
              </a:ext>
            </a:extLst>
          </p:cNvPr>
          <p:cNvCxnSpPr>
            <a:cxnSpLocks/>
          </p:cNvCxnSpPr>
          <p:nvPr userDrawn="1"/>
        </p:nvCxnSpPr>
        <p:spPr>
          <a:xfrm>
            <a:off x="14951109"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122" name="TextBox 38">
            <a:extLst>
              <a:ext uri="{FF2B5EF4-FFF2-40B4-BE49-F238E27FC236}">
                <a16:creationId xmlns:a16="http://schemas.microsoft.com/office/drawing/2014/main" id="{4B3EA554-D090-4E0C-B829-633532215D24}"/>
              </a:ext>
            </a:extLst>
          </p:cNvPr>
          <p:cNvSpPr txBox="1"/>
          <p:nvPr userDrawn="1"/>
        </p:nvSpPr>
        <p:spPr>
          <a:xfrm>
            <a:off x="14845814" y="2258927"/>
            <a:ext cx="2770673" cy="553998"/>
          </a:xfrm>
          <a:prstGeom prst="rect">
            <a:avLst/>
          </a:prstGeom>
          <a:noFill/>
        </p:spPr>
        <p:txBody>
          <a:bodyPr wrap="square" rtlCol="0">
            <a:spAutoFit/>
          </a:bodyPr>
          <a:lstStyle/>
          <a:p>
            <a:r>
              <a:rPr lang="nl-NL" sz="1000" dirty="0">
                <a:latin typeface="+mn-lt"/>
                <a:cs typeface="Arial" panose="020B0604020202020204" pitchFamily="34" charset="0"/>
              </a:rPr>
              <a:t>In elke slide </a:t>
            </a:r>
            <a:r>
              <a:rPr lang="nl-NL" sz="1000" dirty="0" err="1">
                <a:latin typeface="+mn-lt"/>
                <a:cs typeface="Arial" panose="020B0604020202020204" pitchFamily="34" charset="0"/>
              </a:rPr>
              <a:t>layout</a:t>
            </a:r>
            <a:r>
              <a:rPr lang="nl-NL" sz="1000" dirty="0">
                <a:latin typeface="+mn-lt"/>
                <a:cs typeface="Arial" panose="020B0604020202020204" pitchFamily="34" charset="0"/>
              </a:rPr>
              <a:t> zijn er hulplijnen beschikbaar, deze kan je tonen/verbergen via Beeld &gt; hulplijnen  </a:t>
            </a:r>
          </a:p>
        </p:txBody>
      </p:sp>
      <p:cxnSp>
        <p:nvCxnSpPr>
          <p:cNvPr id="100" name="Straight Connector 37">
            <a:extLst>
              <a:ext uri="{FF2B5EF4-FFF2-40B4-BE49-F238E27FC236}">
                <a16:creationId xmlns:a16="http://schemas.microsoft.com/office/drawing/2014/main" id="{6F7C9DAC-41A9-4153-AE22-D38B2FBB1ADB}"/>
              </a:ext>
            </a:extLst>
          </p:cNvPr>
          <p:cNvCxnSpPr>
            <a:cxnSpLocks/>
          </p:cNvCxnSpPr>
          <p:nvPr userDrawn="1"/>
        </p:nvCxnSpPr>
        <p:spPr>
          <a:xfrm>
            <a:off x="14940538" y="358946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1" name="Straight Connector 37">
            <a:extLst>
              <a:ext uri="{FF2B5EF4-FFF2-40B4-BE49-F238E27FC236}">
                <a16:creationId xmlns:a16="http://schemas.microsoft.com/office/drawing/2014/main" id="{EC732D33-6040-427E-9F3D-46B5263A9C64}"/>
              </a:ext>
            </a:extLst>
          </p:cNvPr>
          <p:cNvCxnSpPr>
            <a:cxnSpLocks/>
          </p:cNvCxnSpPr>
          <p:nvPr userDrawn="1"/>
        </p:nvCxnSpPr>
        <p:spPr>
          <a:xfrm>
            <a:off x="14951108" y="5676190"/>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2" name="Straight Connector 37">
            <a:extLst>
              <a:ext uri="{FF2B5EF4-FFF2-40B4-BE49-F238E27FC236}">
                <a16:creationId xmlns:a16="http://schemas.microsoft.com/office/drawing/2014/main" id="{26947BBD-0A4B-44D3-A915-652A012A7A58}"/>
              </a:ext>
            </a:extLst>
          </p:cNvPr>
          <p:cNvCxnSpPr>
            <a:cxnSpLocks/>
          </p:cNvCxnSpPr>
          <p:nvPr userDrawn="1"/>
        </p:nvCxnSpPr>
        <p:spPr>
          <a:xfrm>
            <a:off x="12172955" y="2192081"/>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8" name="Straight Connector 37">
            <a:extLst>
              <a:ext uri="{FF2B5EF4-FFF2-40B4-BE49-F238E27FC236}">
                <a16:creationId xmlns:a16="http://schemas.microsoft.com/office/drawing/2014/main" id="{0D0046EC-C8CD-4C56-9DC8-1478BB78D138}"/>
              </a:ext>
            </a:extLst>
          </p:cNvPr>
          <p:cNvCxnSpPr>
            <a:cxnSpLocks/>
          </p:cNvCxnSpPr>
          <p:nvPr userDrawn="1"/>
        </p:nvCxnSpPr>
        <p:spPr>
          <a:xfrm>
            <a:off x="9409198"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09" name="Straight Connector 37">
            <a:extLst>
              <a:ext uri="{FF2B5EF4-FFF2-40B4-BE49-F238E27FC236}">
                <a16:creationId xmlns:a16="http://schemas.microsoft.com/office/drawing/2014/main" id="{B2DDD7FA-819F-4750-AE5F-4436241AE3CB}"/>
              </a:ext>
            </a:extLst>
          </p:cNvPr>
          <p:cNvCxnSpPr>
            <a:cxnSpLocks/>
          </p:cNvCxnSpPr>
          <p:nvPr userDrawn="1"/>
        </p:nvCxnSpPr>
        <p:spPr>
          <a:xfrm>
            <a:off x="6608159" y="220160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0" name="Straight Connector 37">
            <a:extLst>
              <a:ext uri="{FF2B5EF4-FFF2-40B4-BE49-F238E27FC236}">
                <a16:creationId xmlns:a16="http://schemas.microsoft.com/office/drawing/2014/main" id="{5C1725D8-6592-425C-9718-5A8059E62B2B}"/>
              </a:ext>
            </a:extLst>
          </p:cNvPr>
          <p:cNvCxnSpPr>
            <a:cxnSpLocks/>
          </p:cNvCxnSpPr>
          <p:nvPr userDrawn="1"/>
        </p:nvCxnSpPr>
        <p:spPr>
          <a:xfrm>
            <a:off x="6596037" y="6369872"/>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1" name="Straight Connector 37">
            <a:extLst>
              <a:ext uri="{FF2B5EF4-FFF2-40B4-BE49-F238E27FC236}">
                <a16:creationId xmlns:a16="http://schemas.microsoft.com/office/drawing/2014/main" id="{CA82EA55-5530-4901-8B06-125D61B51802}"/>
              </a:ext>
            </a:extLst>
          </p:cNvPr>
          <p:cNvCxnSpPr>
            <a:cxnSpLocks/>
          </p:cNvCxnSpPr>
          <p:nvPr userDrawn="1"/>
        </p:nvCxnSpPr>
        <p:spPr>
          <a:xfrm>
            <a:off x="9396501" y="4288366"/>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112" name="Straight Connector 37">
            <a:extLst>
              <a:ext uri="{FF2B5EF4-FFF2-40B4-BE49-F238E27FC236}">
                <a16:creationId xmlns:a16="http://schemas.microsoft.com/office/drawing/2014/main" id="{668DCCB7-376A-483D-AFAB-A8639131083C}"/>
              </a:ext>
            </a:extLst>
          </p:cNvPr>
          <p:cNvCxnSpPr>
            <a:cxnSpLocks/>
          </p:cNvCxnSpPr>
          <p:nvPr userDrawn="1"/>
        </p:nvCxnSpPr>
        <p:spPr>
          <a:xfrm>
            <a:off x="12194909" y="7084284"/>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cxnSp>
        <p:nvCxnSpPr>
          <p:cNvPr id="88" name="Straight Connector 37">
            <a:extLst>
              <a:ext uri="{FF2B5EF4-FFF2-40B4-BE49-F238E27FC236}">
                <a16:creationId xmlns:a16="http://schemas.microsoft.com/office/drawing/2014/main" id="{8FB72589-A4DA-4C84-8350-C97570E4F447}"/>
              </a:ext>
            </a:extLst>
          </p:cNvPr>
          <p:cNvCxnSpPr>
            <a:cxnSpLocks/>
          </p:cNvCxnSpPr>
          <p:nvPr userDrawn="1"/>
        </p:nvCxnSpPr>
        <p:spPr>
          <a:xfrm>
            <a:off x="6605430" y="3600349"/>
            <a:ext cx="2663345"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sp>
        <p:nvSpPr>
          <p:cNvPr id="91" name="TextBox 36">
            <a:extLst>
              <a:ext uri="{FF2B5EF4-FFF2-40B4-BE49-F238E27FC236}">
                <a16:creationId xmlns:a16="http://schemas.microsoft.com/office/drawing/2014/main" id="{D7713FE1-89B6-48B8-BAF6-7D35FD23F464}"/>
              </a:ext>
            </a:extLst>
          </p:cNvPr>
          <p:cNvSpPr txBox="1"/>
          <p:nvPr userDrawn="1"/>
        </p:nvSpPr>
        <p:spPr>
          <a:xfrm>
            <a:off x="12081358" y="3600447"/>
            <a:ext cx="2376264" cy="307777"/>
          </a:xfrm>
          <a:prstGeom prst="rect">
            <a:avLst/>
          </a:prstGeom>
          <a:noFill/>
        </p:spPr>
        <p:txBody>
          <a:bodyPr wrap="square" rtlCol="0">
            <a:spAutoFit/>
          </a:bodyPr>
          <a:lstStyle/>
          <a:p>
            <a:r>
              <a:rPr lang="nl-NL" sz="1400" b="1" dirty="0">
                <a:solidFill>
                  <a:schemeClr val="tx2"/>
                </a:solidFill>
                <a:latin typeface="+mn-lt"/>
                <a:cs typeface="Arial" panose="020B0604020202020204" pitchFamily="34" charset="0"/>
              </a:rPr>
              <a:t>Tabellen aanpassen</a:t>
            </a:r>
            <a:endParaRPr lang="en-US" sz="1400" b="1" dirty="0">
              <a:solidFill>
                <a:schemeClr val="tx2"/>
              </a:solidFill>
              <a:latin typeface="+mn-lt"/>
              <a:cs typeface="Arial" panose="020B0604020202020204" pitchFamily="34" charset="0"/>
            </a:endParaRPr>
          </a:p>
        </p:txBody>
      </p:sp>
      <p:sp>
        <p:nvSpPr>
          <p:cNvPr id="95" name="TextBox 38">
            <a:extLst>
              <a:ext uri="{FF2B5EF4-FFF2-40B4-BE49-F238E27FC236}">
                <a16:creationId xmlns:a16="http://schemas.microsoft.com/office/drawing/2014/main" id="{CF99A2DF-E6DD-48A7-B7C5-F9C05A360C92}"/>
              </a:ext>
            </a:extLst>
          </p:cNvPr>
          <p:cNvSpPr txBox="1"/>
          <p:nvPr userDrawn="1"/>
        </p:nvSpPr>
        <p:spPr>
          <a:xfrm>
            <a:off x="12084102" y="4341532"/>
            <a:ext cx="2770673" cy="1477328"/>
          </a:xfrm>
          <a:prstGeom prst="rect">
            <a:avLst/>
          </a:prstGeom>
          <a:noFill/>
        </p:spPr>
        <p:txBody>
          <a:bodyPr wrap="square" rtlCol="0">
            <a:spAutoFit/>
          </a:bodyPr>
          <a:lstStyle/>
          <a:p>
            <a:r>
              <a:rPr lang="nl-NL" sz="1000" dirty="0">
                <a:latin typeface="+mn-lt"/>
                <a:cs typeface="Arial" panose="020B0604020202020204" pitchFamily="34" charset="0"/>
              </a:rPr>
              <a:t>Tabellen werkt niet altijd even vlot in PowerPoint. </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je de template gebruikt, klik op het icoontje voor een nieuwe tabel. Het aantal kolommen wordt automatisch verdeeld over de volledige breedte. De hoogte is zelf aan te passen. Gebruik de hulplijnen als gids.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Pas bij ontwerpen de kleuren aan naar blauw.</a:t>
            </a:r>
          </a:p>
        </p:txBody>
      </p:sp>
      <p:cxnSp>
        <p:nvCxnSpPr>
          <p:cNvPr id="98" name="Straight Connector 37">
            <a:extLst>
              <a:ext uri="{FF2B5EF4-FFF2-40B4-BE49-F238E27FC236}">
                <a16:creationId xmlns:a16="http://schemas.microsoft.com/office/drawing/2014/main" id="{99AFE722-09B8-413F-829D-9216ACF9A7EF}"/>
              </a:ext>
            </a:extLst>
          </p:cNvPr>
          <p:cNvCxnSpPr>
            <a:cxnSpLocks/>
          </p:cNvCxnSpPr>
          <p:nvPr userDrawn="1"/>
        </p:nvCxnSpPr>
        <p:spPr>
          <a:xfrm>
            <a:off x="12172955" y="4282788"/>
            <a:ext cx="2665379" cy="0"/>
          </a:xfrm>
          <a:prstGeom prst="line">
            <a:avLst/>
          </a:prstGeom>
          <a:ln w="19050">
            <a:solidFill>
              <a:srgbClr val="44C8F5"/>
            </a:solidFill>
          </a:ln>
        </p:spPr>
        <p:style>
          <a:lnRef idx="1">
            <a:schemeClr val="accent1"/>
          </a:lnRef>
          <a:fillRef idx="0">
            <a:schemeClr val="accent1"/>
          </a:fillRef>
          <a:effectRef idx="0">
            <a:schemeClr val="accent1"/>
          </a:effectRef>
          <a:fontRef idx="minor">
            <a:schemeClr val="tx1"/>
          </a:fontRef>
        </p:style>
      </p:cxnSp>
      <p:pic>
        <p:nvPicPr>
          <p:cNvPr id="7" name="Afbeelding 6">
            <a:extLst>
              <a:ext uri="{FF2B5EF4-FFF2-40B4-BE49-F238E27FC236}">
                <a16:creationId xmlns:a16="http://schemas.microsoft.com/office/drawing/2014/main" id="{62AC454E-32D4-42BD-A1BE-ACA903B31E66}"/>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2176607" y="5827087"/>
            <a:ext cx="2585662" cy="361700"/>
          </a:xfrm>
          <a:prstGeom prst="rect">
            <a:avLst/>
          </a:prstGeom>
        </p:spPr>
      </p:pic>
      <p:pic>
        <p:nvPicPr>
          <p:cNvPr id="115" name="Afbeelding 114">
            <a:extLst>
              <a:ext uri="{FF2B5EF4-FFF2-40B4-BE49-F238E27FC236}">
                <a16:creationId xmlns:a16="http://schemas.microsoft.com/office/drawing/2014/main" id="{5574E764-4DF0-401B-8634-39C5C89BB7CE}"/>
              </a:ext>
            </a:extLst>
          </p:cNvPr>
          <p:cNvPicPr>
            <a:picLocks noChangeAspect="1"/>
          </p:cNvPicPr>
          <p:nvPr userDrawn="1"/>
        </p:nvPicPr>
        <p:blipFill rotWithShape="1">
          <a:blip r:embed="rId11">
            <a:extLst>
              <a:ext uri="{28A0092B-C50C-407E-A947-70E740481C1C}">
                <a14:useLocalDpi xmlns:a14="http://schemas.microsoft.com/office/drawing/2010/main" val="0"/>
              </a:ext>
            </a:extLst>
          </a:blip>
          <a:srcRect t="4581"/>
          <a:stretch/>
        </p:blipFill>
        <p:spPr>
          <a:xfrm>
            <a:off x="1068067" y="4531519"/>
            <a:ext cx="5267788" cy="4623295"/>
          </a:xfrm>
          <a:prstGeom prst="rect">
            <a:avLst/>
          </a:prstGeom>
        </p:spPr>
      </p:pic>
    </p:spTree>
    <p:extLst>
      <p:ext uri="{BB962C8B-B14F-4D97-AF65-F5344CB8AC3E}">
        <p14:creationId xmlns:p14="http://schemas.microsoft.com/office/powerpoint/2010/main" val="18372444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Tussentit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5149215" y="3398303"/>
            <a:ext cx="12376786" cy="1964494"/>
          </a:xfrm>
        </p:spPr>
        <p:txBody>
          <a:bodyPr wrap="none" lIns="0" tIns="0" rIns="0" bIns="0" anchor="b">
            <a:noAutofit/>
          </a:bodyPr>
          <a:lstStyle>
            <a:lvl1pPr algn="l">
              <a:lnSpc>
                <a:spcPct val="64000"/>
              </a:lnSpc>
              <a:defRPr sz="5400">
                <a:solidFill>
                  <a:schemeClr val="bg1"/>
                </a:solidFill>
                <a:latin typeface="Arial Rounded MT Bold" panose="020F0704030504030204" pitchFamily="34" charset="0"/>
              </a:defRPr>
            </a:lvl1pPr>
          </a:lstStyle>
          <a:p>
            <a:r>
              <a:rPr lang="nl-BE" noProof="0"/>
              <a:t>Klik om Titel te bewerken</a:t>
            </a:r>
          </a:p>
        </p:txBody>
      </p:sp>
      <p:sp>
        <p:nvSpPr>
          <p:cNvPr id="3" name="Subtitle 2"/>
          <p:cNvSpPr>
            <a:spLocks noGrp="1"/>
          </p:cNvSpPr>
          <p:nvPr>
            <p:ph type="subTitle" idx="1" hasCustomPrompt="1"/>
          </p:nvPr>
        </p:nvSpPr>
        <p:spPr>
          <a:xfrm>
            <a:off x="5177790" y="5833530"/>
            <a:ext cx="12376786" cy="2719455"/>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Klikken om de ondertitelstijl </a:t>
            </a:r>
          </a:p>
          <a:p>
            <a:r>
              <a:rPr lang="nl-BE" noProof="0"/>
              <a:t>van het model </a:t>
            </a:r>
          </a:p>
          <a:p>
            <a:r>
              <a:rPr lang="nl-BE" noProof="0"/>
              <a:t>te bewerken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Tussentitel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852464918"/>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itle" preserve="1">
  <p:cSld name="Titel">
    <p:spTree>
      <p:nvGrpSpPr>
        <p:cNvPr id="1" name=""/>
        <p:cNvGrpSpPr/>
        <p:nvPr/>
      </p:nvGrpSpPr>
      <p:grpSpPr>
        <a:xfrm>
          <a:off x="0" y="0"/>
          <a:ext cx="0" cy="0"/>
          <a:chOff x="0" y="0"/>
          <a:chExt cx="0" cy="0"/>
        </a:xfrm>
      </p:grpSpPr>
      <p:sp>
        <p:nvSpPr>
          <p:cNvPr id="10" name="Achtergrond Blauw">
            <a:extLst>
              <a:ext uri="{FF2B5EF4-FFF2-40B4-BE49-F238E27FC236}">
                <a16:creationId xmlns:a16="http://schemas.microsoft.com/office/drawing/2014/main" id="{127BD0DD-96EC-4659-8C98-AD33554F5AEF}"/>
              </a:ext>
            </a:extLst>
          </p:cNvPr>
          <p:cNvSpPr/>
          <p:nvPr userDrawn="1"/>
        </p:nvSpPr>
        <p:spPr>
          <a:xfrm>
            <a:off x="1019175" y="-1"/>
            <a:ext cx="17271206" cy="10287001"/>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271206" h="10287001">
                <a:moveTo>
                  <a:pt x="17266444" y="0"/>
                </a:moveTo>
                <a:lnTo>
                  <a:pt x="3359944" y="1"/>
                </a:lnTo>
                <a:lnTo>
                  <a:pt x="0" y="10287001"/>
                </a:lnTo>
                <a:lnTo>
                  <a:pt x="17271206" y="10287001"/>
                </a:lnTo>
                <a:cubicBezTo>
                  <a:pt x="17260887" y="6854826"/>
                  <a:pt x="17276763" y="3432175"/>
                  <a:pt x="17266444" y="0"/>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15" name="template Image TEMP" hidden="1">
            <a:extLst>
              <a:ext uri="{FF2B5EF4-FFF2-40B4-BE49-F238E27FC236}">
                <a16:creationId xmlns:a16="http://schemas.microsoft.com/office/drawing/2014/main" id="{4A45DE4B-E045-4661-8F27-4DF498AAD2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8288000" cy="10287000"/>
          </a:xfrm>
          <a:prstGeom prst="rect">
            <a:avLst/>
          </a:prstGeom>
        </p:spPr>
      </p:pic>
      <p:sp>
        <p:nvSpPr>
          <p:cNvPr id="2" name="Title 1"/>
          <p:cNvSpPr>
            <a:spLocks noGrp="1"/>
          </p:cNvSpPr>
          <p:nvPr>
            <p:ph type="ctrTitle" hasCustomPrompt="1"/>
          </p:nvPr>
        </p:nvSpPr>
        <p:spPr>
          <a:xfrm>
            <a:off x="5149215" y="4078514"/>
            <a:ext cx="12376786" cy="1964494"/>
          </a:xfrm>
        </p:spPr>
        <p:txBody>
          <a:bodyPr wrap="none" lIns="0" tIns="0" rIns="0" bIns="0" anchor="b">
            <a:noAutofit/>
          </a:bodyPr>
          <a:lstStyle>
            <a:lvl1pPr algn="l">
              <a:lnSpc>
                <a:spcPct val="100000"/>
              </a:lnSpc>
              <a:defRPr sz="5400">
                <a:solidFill>
                  <a:schemeClr val="bg1"/>
                </a:solidFill>
                <a:latin typeface="Arial Rounded MT Bold" panose="020F0704030504030204" pitchFamily="34" charset="0"/>
              </a:defRPr>
            </a:lvl1pPr>
          </a:lstStyle>
          <a:p>
            <a:br>
              <a:rPr lang="nl-BE" noProof="0"/>
            </a:br>
            <a:br>
              <a:rPr lang="nl-BE" noProof="0"/>
            </a:br>
            <a:r>
              <a:rPr lang="nl-BE" noProof="0"/>
              <a:t>Titel</a:t>
            </a:r>
          </a:p>
        </p:txBody>
      </p:sp>
      <p:sp>
        <p:nvSpPr>
          <p:cNvPr id="3" name="Subtitle 2"/>
          <p:cNvSpPr>
            <a:spLocks noGrp="1"/>
          </p:cNvSpPr>
          <p:nvPr>
            <p:ph type="subTitle" idx="1" hasCustomPrompt="1"/>
          </p:nvPr>
        </p:nvSpPr>
        <p:spPr>
          <a:xfrm>
            <a:off x="5177790" y="6692164"/>
            <a:ext cx="12376786" cy="2483643"/>
          </a:xfrm>
        </p:spPr>
        <p:txBody>
          <a:bodyPr lIns="0" tIns="0" rIns="0" bIns="0"/>
          <a:lstStyle>
            <a:lvl1pPr marL="0" indent="0" algn="l">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Ondertitel tekst</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3350" y="365592"/>
            <a:ext cx="7567613" cy="3878402"/>
          </a:xfrm>
          <a:prstGeom prst="rect">
            <a:avLst/>
          </a:prstGeom>
        </p:spPr>
      </p:pic>
      <p:sp>
        <p:nvSpPr>
          <p:cNvPr id="8" name="TextBox 4">
            <a:extLst>
              <a:ext uri="{FF2B5EF4-FFF2-40B4-BE49-F238E27FC236}">
                <a16:creationId xmlns:a16="http://schemas.microsoft.com/office/drawing/2014/main" id="{3518A324-C96E-44BE-ACA2-A56AC1F14FF4}"/>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140040869"/>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cNvSpPr>
            <a:spLocks noGrp="1"/>
          </p:cNvSpPr>
          <p:nvPr>
            <p:ph type="ctrTitle" hasCustomPrompt="1"/>
          </p:nvPr>
        </p:nvSpPr>
        <p:spPr>
          <a:xfrm>
            <a:off x="1965278" y="3562066"/>
            <a:ext cx="15589298" cy="3192729"/>
          </a:xfrm>
        </p:spPr>
        <p:txBody>
          <a:bodyPr wrap="none" lIns="0" tIns="0" rIns="0" bIns="0" anchor="b">
            <a:noAutofit/>
          </a:bodyPr>
          <a:lstStyle>
            <a:lvl1pPr algn="r">
              <a:lnSpc>
                <a:spcPct val="100000"/>
              </a:lnSpc>
              <a:defRPr sz="4800">
                <a:solidFill>
                  <a:schemeClr val="bg1"/>
                </a:solidFill>
                <a:latin typeface="Arial Rounded MT Bold" panose="020F0704030504030204" pitchFamily="34" charset="0"/>
              </a:defRPr>
            </a:lvl1pPr>
          </a:lstStyle>
          <a:p>
            <a:r>
              <a:rPr lang="nl-BE" noProof="0"/>
              <a:t>“Klik om quote </a:t>
            </a:r>
            <a:br>
              <a:rPr lang="nl-BE" noProof="0"/>
            </a:br>
            <a:r>
              <a:rPr lang="nl-BE" noProof="0"/>
              <a:t>in te Voegen”</a:t>
            </a:r>
          </a:p>
        </p:txBody>
      </p:sp>
      <p:sp>
        <p:nvSpPr>
          <p:cNvPr id="3" name="Subtitle 2"/>
          <p:cNvSpPr>
            <a:spLocks noGrp="1"/>
          </p:cNvSpPr>
          <p:nvPr>
            <p:ph type="subTitle" idx="1" hasCustomPrompt="1"/>
          </p:nvPr>
        </p:nvSpPr>
        <p:spPr>
          <a:xfrm>
            <a:off x="5177790" y="7161170"/>
            <a:ext cx="12376786" cy="2719455"/>
          </a:xfrm>
        </p:spPr>
        <p:txBody>
          <a:bodyPr lIns="0" tIns="0" rIns="0" bIns="0"/>
          <a:lstStyle>
            <a:lvl1pPr marL="0" indent="0" algn="r">
              <a:lnSpc>
                <a:spcPct val="65000"/>
              </a:lnSpc>
              <a:buNone/>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Klik om de Naam en Voornaam in te voegen</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Quote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3135915536"/>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itle" preserve="1">
  <p:cSld name="Inhoudstafel">
    <p:spTree>
      <p:nvGrpSpPr>
        <p:cNvPr id="1" name=""/>
        <p:cNvGrpSpPr/>
        <p:nvPr/>
      </p:nvGrpSpPr>
      <p:grpSpPr>
        <a:xfrm>
          <a:off x="0" y="0"/>
          <a:ext cx="0" cy="0"/>
          <a:chOff x="0" y="0"/>
          <a:chExt cx="0" cy="0"/>
        </a:xfrm>
      </p:grpSpPr>
      <p:pic>
        <p:nvPicPr>
          <p:cNvPr id="5" name="Afbeelding 4" hidden="1">
            <a:extLst>
              <a:ext uri="{FF2B5EF4-FFF2-40B4-BE49-F238E27FC236}">
                <a16:creationId xmlns:a16="http://schemas.microsoft.com/office/drawing/2014/main" id="{6146C605-8F34-42B6-AD9C-0FA5DF4B76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0" name="Achtergrond">
            <a:extLst>
              <a:ext uri="{FF2B5EF4-FFF2-40B4-BE49-F238E27FC236}">
                <a16:creationId xmlns:a16="http://schemas.microsoft.com/office/drawing/2014/main" id="{127BD0DD-96EC-4659-8C98-AD33554F5AEF}"/>
              </a:ext>
            </a:extLst>
          </p:cNvPr>
          <p:cNvSpPr/>
          <p:nvPr userDrawn="1"/>
        </p:nvSpPr>
        <p:spPr>
          <a:xfrm>
            <a:off x="-1361" y="-6350"/>
            <a:ext cx="18291742" cy="10293350"/>
          </a:xfrm>
          <a:custGeom>
            <a:avLst/>
            <a:gdLst>
              <a:gd name="connsiteX0" fmla="*/ 17335500 w 17335500"/>
              <a:gd name="connsiteY0" fmla="*/ 9525 h 10382250"/>
              <a:gd name="connsiteX1" fmla="*/ 3409950 w 17335500"/>
              <a:gd name="connsiteY1" fmla="*/ 0 h 10382250"/>
              <a:gd name="connsiteX2" fmla="*/ 0 w 17335500"/>
              <a:gd name="connsiteY2" fmla="*/ 10382250 h 10382250"/>
              <a:gd name="connsiteX3" fmla="*/ 17335500 w 17335500"/>
              <a:gd name="connsiteY3" fmla="*/ 10334625 h 10382250"/>
              <a:gd name="connsiteX4" fmla="*/ 17335500 w 17335500"/>
              <a:gd name="connsiteY4" fmla="*/ 9525 h 10382250"/>
              <a:gd name="connsiteX0" fmla="*/ 17335500 w 17335500"/>
              <a:gd name="connsiteY0" fmla="*/ 0 h 10372725"/>
              <a:gd name="connsiteX1" fmla="*/ 3398044 w 17335500"/>
              <a:gd name="connsiteY1" fmla="*/ 28575 h 10372725"/>
              <a:gd name="connsiteX2" fmla="*/ 0 w 17335500"/>
              <a:gd name="connsiteY2" fmla="*/ 10372725 h 10372725"/>
              <a:gd name="connsiteX3" fmla="*/ 17335500 w 17335500"/>
              <a:gd name="connsiteY3" fmla="*/ 10325100 h 10372725"/>
              <a:gd name="connsiteX4" fmla="*/ 17335500 w 17335500"/>
              <a:gd name="connsiteY4" fmla="*/ 0 h 10372725"/>
              <a:gd name="connsiteX0" fmla="*/ 16937831 w 17335500"/>
              <a:gd name="connsiteY0" fmla="*/ 481012 h 10344150"/>
              <a:gd name="connsiteX1" fmla="*/ 3398044 w 17335500"/>
              <a:gd name="connsiteY1" fmla="*/ 0 h 10344150"/>
              <a:gd name="connsiteX2" fmla="*/ 0 w 17335500"/>
              <a:gd name="connsiteY2" fmla="*/ 10344150 h 10344150"/>
              <a:gd name="connsiteX3" fmla="*/ 17335500 w 17335500"/>
              <a:gd name="connsiteY3" fmla="*/ 10296525 h 10344150"/>
              <a:gd name="connsiteX4" fmla="*/ 16937831 w 17335500"/>
              <a:gd name="connsiteY4" fmla="*/ 481012 h 10344150"/>
              <a:gd name="connsiteX0" fmla="*/ 17304544 w 17335500"/>
              <a:gd name="connsiteY0" fmla="*/ 0 h 10344151"/>
              <a:gd name="connsiteX1" fmla="*/ 3398044 w 17335500"/>
              <a:gd name="connsiteY1" fmla="*/ 1 h 10344151"/>
              <a:gd name="connsiteX2" fmla="*/ 0 w 17335500"/>
              <a:gd name="connsiteY2" fmla="*/ 10344151 h 10344151"/>
              <a:gd name="connsiteX3" fmla="*/ 17335500 w 17335500"/>
              <a:gd name="connsiteY3" fmla="*/ 10296526 h 10344151"/>
              <a:gd name="connsiteX4" fmla="*/ 17304544 w 17335500"/>
              <a:gd name="connsiteY4" fmla="*/ 0 h 10344151"/>
              <a:gd name="connsiteX0" fmla="*/ 17304544 w 17304622"/>
              <a:gd name="connsiteY0" fmla="*/ 0 h 10344151"/>
              <a:gd name="connsiteX1" fmla="*/ 3398044 w 17304622"/>
              <a:gd name="connsiteY1" fmla="*/ 1 h 10344151"/>
              <a:gd name="connsiteX2" fmla="*/ 0 w 17304622"/>
              <a:gd name="connsiteY2" fmla="*/ 10344151 h 10344151"/>
              <a:gd name="connsiteX3" fmla="*/ 16309181 w 17304622"/>
              <a:gd name="connsiteY3" fmla="*/ 9244014 h 10344151"/>
              <a:gd name="connsiteX4" fmla="*/ 17304544 w 17304622"/>
              <a:gd name="connsiteY4" fmla="*/ 0 h 10344151"/>
              <a:gd name="connsiteX0" fmla="*/ 17304544 w 17309306"/>
              <a:gd name="connsiteY0" fmla="*/ 0 h 10344151"/>
              <a:gd name="connsiteX1" fmla="*/ 3398044 w 17309306"/>
              <a:gd name="connsiteY1" fmla="*/ 1 h 10344151"/>
              <a:gd name="connsiteX2" fmla="*/ 0 w 17309306"/>
              <a:gd name="connsiteY2" fmla="*/ 10344151 h 10344151"/>
              <a:gd name="connsiteX3" fmla="*/ 17309306 w 17309306"/>
              <a:gd name="connsiteY3" fmla="*/ 10287001 h 10344151"/>
              <a:gd name="connsiteX4" fmla="*/ 17304544 w 17309306"/>
              <a:gd name="connsiteY4" fmla="*/ 0 h 10344151"/>
              <a:gd name="connsiteX0" fmla="*/ 16740188 w 16744950"/>
              <a:gd name="connsiteY0" fmla="*/ 0 h 10287001"/>
              <a:gd name="connsiteX1" fmla="*/ 2833688 w 16744950"/>
              <a:gd name="connsiteY1" fmla="*/ 1 h 10287001"/>
              <a:gd name="connsiteX2" fmla="*/ 0 w 16744950"/>
              <a:gd name="connsiteY2" fmla="*/ 10106026 h 10287001"/>
              <a:gd name="connsiteX3" fmla="*/ 16744950 w 16744950"/>
              <a:gd name="connsiteY3" fmla="*/ 10287001 h 10287001"/>
              <a:gd name="connsiteX4" fmla="*/ 16740188 w 16744950"/>
              <a:gd name="connsiteY4" fmla="*/ 0 h 10287001"/>
              <a:gd name="connsiteX0" fmla="*/ 17266444 w 17271206"/>
              <a:gd name="connsiteY0" fmla="*/ 0 h 10287001"/>
              <a:gd name="connsiteX1" fmla="*/ 3359944 w 17271206"/>
              <a:gd name="connsiteY1" fmla="*/ 1 h 10287001"/>
              <a:gd name="connsiteX2" fmla="*/ 0 w 17271206"/>
              <a:gd name="connsiteY2" fmla="*/ 10287001 h 10287001"/>
              <a:gd name="connsiteX3" fmla="*/ 17271206 w 17271206"/>
              <a:gd name="connsiteY3" fmla="*/ 10287001 h 10287001"/>
              <a:gd name="connsiteX4" fmla="*/ 17266444 w 17271206"/>
              <a:gd name="connsiteY4" fmla="*/ 0 h 10287001"/>
              <a:gd name="connsiteX0" fmla="*/ 17266444 w 17271206"/>
              <a:gd name="connsiteY0" fmla="*/ 0 h 10287001"/>
              <a:gd name="connsiteX1" fmla="*/ 3359944 w 17271206"/>
              <a:gd name="connsiteY1" fmla="*/ 1 h 10287001"/>
              <a:gd name="connsiteX2" fmla="*/ 1056368 w 17271206"/>
              <a:gd name="connsiteY2" fmla="*/ 7068458 h 10287001"/>
              <a:gd name="connsiteX3" fmla="*/ 0 w 17271206"/>
              <a:gd name="connsiteY3" fmla="*/ 10287001 h 10287001"/>
              <a:gd name="connsiteX4" fmla="*/ 17271206 w 17271206"/>
              <a:gd name="connsiteY4" fmla="*/ 10287001 h 10287001"/>
              <a:gd name="connsiteX5" fmla="*/ 17266444 w 17271206"/>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1019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0 h 10287001"/>
              <a:gd name="connsiteX1" fmla="*/ 4379119 w 18290381"/>
              <a:gd name="connsiteY1" fmla="*/ 1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3174 h 10290175"/>
              <a:gd name="connsiteX1" fmla="*/ 2709069 w 18290381"/>
              <a:gd name="connsiteY1" fmla="*/ 0 h 10290175"/>
              <a:gd name="connsiteX2" fmla="*/ 0 w 18290381"/>
              <a:gd name="connsiteY2" fmla="*/ 5866946 h 10290175"/>
              <a:gd name="connsiteX3" fmla="*/ 3175 w 18290381"/>
              <a:gd name="connsiteY3" fmla="*/ 10290175 h 10290175"/>
              <a:gd name="connsiteX4" fmla="*/ 18290381 w 18290381"/>
              <a:gd name="connsiteY4" fmla="*/ 10290175 h 10290175"/>
              <a:gd name="connsiteX5" fmla="*/ 18285619 w 18290381"/>
              <a:gd name="connsiteY5" fmla="*/ 3174 h 10290175"/>
              <a:gd name="connsiteX0" fmla="*/ 18285619 w 18290381"/>
              <a:gd name="connsiteY0" fmla="*/ 0 h 10287001"/>
              <a:gd name="connsiteX1" fmla="*/ 2699544 w 18290381"/>
              <a:gd name="connsiteY1" fmla="*/ 3176 h 10287001"/>
              <a:gd name="connsiteX2" fmla="*/ 0 w 18290381"/>
              <a:gd name="connsiteY2" fmla="*/ 5863772 h 10287001"/>
              <a:gd name="connsiteX3" fmla="*/ 3175 w 18290381"/>
              <a:gd name="connsiteY3" fmla="*/ 10287001 h 10287001"/>
              <a:gd name="connsiteX4" fmla="*/ 18290381 w 18290381"/>
              <a:gd name="connsiteY4" fmla="*/ 10287001 h 10287001"/>
              <a:gd name="connsiteX5" fmla="*/ 18285619 w 18290381"/>
              <a:gd name="connsiteY5" fmla="*/ 0 h 10287001"/>
              <a:gd name="connsiteX0" fmla="*/ 18285619 w 18290381"/>
              <a:gd name="connsiteY0" fmla="*/ 6349 h 10293350"/>
              <a:gd name="connsiteX1" fmla="*/ 2699544 w 18290381"/>
              <a:gd name="connsiteY1" fmla="*/ 0 h 10293350"/>
              <a:gd name="connsiteX2" fmla="*/ 0 w 18290381"/>
              <a:gd name="connsiteY2" fmla="*/ 5870121 h 10293350"/>
              <a:gd name="connsiteX3" fmla="*/ 3175 w 18290381"/>
              <a:gd name="connsiteY3" fmla="*/ 10293350 h 10293350"/>
              <a:gd name="connsiteX4" fmla="*/ 18290381 w 18290381"/>
              <a:gd name="connsiteY4" fmla="*/ 10293350 h 10293350"/>
              <a:gd name="connsiteX5" fmla="*/ 18285619 w 18290381"/>
              <a:gd name="connsiteY5" fmla="*/ 6349 h 10293350"/>
              <a:gd name="connsiteX0" fmla="*/ 18300133 w 18304895"/>
              <a:gd name="connsiteY0" fmla="*/ 6349 h 10293350"/>
              <a:gd name="connsiteX1" fmla="*/ 2714058 w 18304895"/>
              <a:gd name="connsiteY1" fmla="*/ 0 h 10293350"/>
              <a:gd name="connsiteX2" fmla="*/ 0 w 18304895"/>
              <a:gd name="connsiteY2" fmla="*/ 8250464 h 10293350"/>
              <a:gd name="connsiteX3" fmla="*/ 17689 w 18304895"/>
              <a:gd name="connsiteY3" fmla="*/ 10293350 h 10293350"/>
              <a:gd name="connsiteX4" fmla="*/ 18304895 w 18304895"/>
              <a:gd name="connsiteY4" fmla="*/ 10293350 h 10293350"/>
              <a:gd name="connsiteX5" fmla="*/ 18300133 w 18304895"/>
              <a:gd name="connsiteY5" fmla="*/ 6349 h 10293350"/>
              <a:gd name="connsiteX0" fmla="*/ 18282504 w 18287266"/>
              <a:gd name="connsiteY0" fmla="*/ 6349 h 10293350"/>
              <a:gd name="connsiteX1" fmla="*/ 2696429 w 18287266"/>
              <a:gd name="connsiteY1" fmla="*/ 0 h 10293350"/>
              <a:gd name="connsiteX2" fmla="*/ 11399 w 18287266"/>
              <a:gd name="connsiteY2" fmla="*/ 8743949 h 10293350"/>
              <a:gd name="connsiteX3" fmla="*/ 60 w 18287266"/>
              <a:gd name="connsiteY3" fmla="*/ 10293350 h 10293350"/>
              <a:gd name="connsiteX4" fmla="*/ 18287266 w 18287266"/>
              <a:gd name="connsiteY4" fmla="*/ 10293350 h 10293350"/>
              <a:gd name="connsiteX5" fmla="*/ 18282504 w 18287266"/>
              <a:gd name="connsiteY5" fmla="*/ 6349 h 10293350"/>
              <a:gd name="connsiteX0" fmla="*/ 18286980 w 18291742"/>
              <a:gd name="connsiteY0" fmla="*/ 6349 h 10293350"/>
              <a:gd name="connsiteX1" fmla="*/ 2700905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 name="connsiteX0" fmla="*/ 18286980 w 18291742"/>
              <a:gd name="connsiteY0" fmla="*/ 6349 h 10293350"/>
              <a:gd name="connsiteX1" fmla="*/ 2684237 w 18291742"/>
              <a:gd name="connsiteY1" fmla="*/ 0 h 10293350"/>
              <a:gd name="connsiteX2" fmla="*/ 0 w 18291742"/>
              <a:gd name="connsiteY2" fmla="*/ 8207374 h 10293350"/>
              <a:gd name="connsiteX3" fmla="*/ 4536 w 18291742"/>
              <a:gd name="connsiteY3" fmla="*/ 10293350 h 10293350"/>
              <a:gd name="connsiteX4" fmla="*/ 18291742 w 18291742"/>
              <a:gd name="connsiteY4" fmla="*/ 10293350 h 10293350"/>
              <a:gd name="connsiteX5" fmla="*/ 18286980 w 18291742"/>
              <a:gd name="connsiteY5" fmla="*/ 6349 h 1029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291742" h="10293350">
                <a:moveTo>
                  <a:pt x="18286980" y="6349"/>
                </a:moveTo>
                <a:lnTo>
                  <a:pt x="2684237" y="0"/>
                </a:lnTo>
                <a:lnTo>
                  <a:pt x="0" y="8207374"/>
                </a:lnTo>
                <a:cubicBezTo>
                  <a:pt x="1058" y="9681784"/>
                  <a:pt x="3478" y="8818940"/>
                  <a:pt x="4536" y="10293350"/>
                </a:cubicBezTo>
                <a:lnTo>
                  <a:pt x="18291742" y="10293350"/>
                </a:lnTo>
                <a:cubicBezTo>
                  <a:pt x="18281423" y="6861175"/>
                  <a:pt x="18297299" y="3438524"/>
                  <a:pt x="18286980" y="6349"/>
                </a:cubicBez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 name="Title"/>
          <p:cNvSpPr>
            <a:spLocks noGrp="1"/>
          </p:cNvSpPr>
          <p:nvPr>
            <p:ph type="ctrTitle" hasCustomPrompt="1"/>
          </p:nvPr>
        </p:nvSpPr>
        <p:spPr>
          <a:xfrm>
            <a:off x="4954136" y="2150785"/>
            <a:ext cx="11003651" cy="1138326"/>
          </a:xfrm>
        </p:spPr>
        <p:txBody>
          <a:bodyPr wrap="none" lIns="0" tIns="0" rIns="0" bIns="0" anchor="t">
            <a:noAutofit/>
          </a:bodyPr>
          <a:lstStyle>
            <a:lvl1pPr algn="l">
              <a:lnSpc>
                <a:spcPct val="100000"/>
              </a:lnSpc>
              <a:defRPr sz="4400">
                <a:solidFill>
                  <a:schemeClr val="bg1"/>
                </a:solidFill>
                <a:latin typeface="Arial Rounded MT Bold" panose="020F0704030504030204" pitchFamily="34" charset="0"/>
              </a:defRPr>
            </a:lvl1pPr>
          </a:lstStyle>
          <a:p>
            <a:r>
              <a:rPr lang="nl-BE" noProof="0"/>
              <a:t>Inhoudstafel / Agenda titel</a:t>
            </a:r>
          </a:p>
        </p:txBody>
      </p:sp>
      <p:sp>
        <p:nvSpPr>
          <p:cNvPr id="3" name="Subtitle 2"/>
          <p:cNvSpPr>
            <a:spLocks noGrp="1"/>
          </p:cNvSpPr>
          <p:nvPr>
            <p:ph type="subTitle" idx="1" hasCustomPrompt="1"/>
          </p:nvPr>
        </p:nvSpPr>
        <p:spPr>
          <a:xfrm>
            <a:off x="4954136" y="3771454"/>
            <a:ext cx="12376786" cy="5172333"/>
          </a:xfrm>
        </p:spPr>
        <p:txBody>
          <a:bodyPr lIns="0" tIns="0" rIns="0" bIns="0"/>
          <a:lstStyle>
            <a:lvl1pPr marL="742950" indent="-742950" algn="l">
              <a:lnSpc>
                <a:spcPct val="100000"/>
              </a:lnSpc>
              <a:buFont typeface="+mj-lt"/>
              <a:buAutoNum type="arabicPeriod"/>
              <a:defRPr sz="3600">
                <a:solidFill>
                  <a:schemeClr val="bg1"/>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nl-BE" noProof="0"/>
              <a:t>Agendapunt 1</a:t>
            </a:r>
          </a:p>
          <a:p>
            <a:r>
              <a:rPr lang="nl-BE" noProof="0"/>
              <a:t>Agendapunt 2</a:t>
            </a:r>
          </a:p>
          <a:p>
            <a:r>
              <a:rPr lang="nl-BE" noProof="0"/>
              <a:t>Agendapunt 3</a:t>
            </a:r>
          </a:p>
          <a:p>
            <a:r>
              <a:rPr lang="nl-BE" noProof="0"/>
              <a:t>Agendapunt 4</a:t>
            </a:r>
          </a:p>
          <a:p>
            <a:r>
              <a:rPr lang="nl-BE" noProof="0"/>
              <a:t>Agendapunt 5</a:t>
            </a:r>
          </a:p>
          <a:p>
            <a:r>
              <a:rPr lang="nl-BE" noProof="0"/>
              <a:t>Agendapunt 6</a:t>
            </a:r>
          </a:p>
        </p:txBody>
      </p:sp>
      <p:pic>
        <p:nvPicPr>
          <p:cNvPr id="11" name="Howest Logo">
            <a:extLst>
              <a:ext uri="{FF2B5EF4-FFF2-40B4-BE49-F238E27FC236}">
                <a16:creationId xmlns:a16="http://schemas.microsoft.com/office/drawing/2014/main" id="{F0A4337E-4309-4111-B746-78D887371E5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95756" y="1153469"/>
            <a:ext cx="2949143" cy="1511437"/>
          </a:xfrm>
          <a:prstGeom prst="rect">
            <a:avLst/>
          </a:prstGeom>
        </p:spPr>
      </p:pic>
      <p:sp>
        <p:nvSpPr>
          <p:cNvPr id="8" name="TextBox 4">
            <a:extLst>
              <a:ext uri="{FF2B5EF4-FFF2-40B4-BE49-F238E27FC236}">
                <a16:creationId xmlns:a16="http://schemas.microsoft.com/office/drawing/2014/main" id="{DA42037B-F9D4-4CC2-9863-1CC1A6AE5F12}"/>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Inhoud slide</a:t>
            </a:r>
            <a:endParaRPr lang="en-US" sz="2000" b="1" dirty="0">
              <a:solidFill>
                <a:schemeClr val="tx1"/>
              </a:solidFill>
              <a:latin typeface="+mn-lt"/>
              <a:cs typeface="Arial" panose="020B0604020202020204" pitchFamily="34" charset="0"/>
            </a:endParaRPr>
          </a:p>
        </p:txBody>
      </p:sp>
    </p:spTree>
    <p:extLst>
      <p:ext uri="{BB962C8B-B14F-4D97-AF65-F5344CB8AC3E}">
        <p14:creationId xmlns:p14="http://schemas.microsoft.com/office/powerpoint/2010/main" val="22302743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Grote afbeelding">
    <p:spTree>
      <p:nvGrpSpPr>
        <p:cNvPr id="1" name=""/>
        <p:cNvGrpSpPr/>
        <p:nvPr/>
      </p:nvGrpSpPr>
      <p:grpSpPr>
        <a:xfrm>
          <a:off x="0" y="0"/>
          <a:ext cx="0" cy="0"/>
          <a:chOff x="0" y="0"/>
          <a:chExt cx="0" cy="0"/>
        </a:xfrm>
      </p:grpSpPr>
      <p:pic>
        <p:nvPicPr>
          <p:cNvPr id="8" name="template Image TEMP" hidden="1">
            <a:extLst>
              <a:ext uri="{FF2B5EF4-FFF2-40B4-BE49-F238E27FC236}">
                <a16:creationId xmlns:a16="http://schemas.microsoft.com/office/drawing/2014/main" id="{8B469C1A-565F-459B-93C7-43E5D877DA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2" name="Title 1"/>
          <p:cNvSpPr>
            <a:spLocks noGrp="1"/>
          </p:cNvSpPr>
          <p:nvPr>
            <p:ph type="title" hasCustomPrompt="1"/>
          </p:nvPr>
        </p:nvSpPr>
        <p:spPr>
          <a:xfrm>
            <a:off x="998692" y="888883"/>
            <a:ext cx="16575629" cy="755767"/>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6447152-B9BF-46CE-9E04-F7984268CC8D}"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1648800"/>
            <a:ext cx="18288000" cy="75057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22214A23-4B57-4EDB-9FCA-6715CD113D98}"/>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4E33BA09-67C0-408C-8B50-3F1EBDFBB6A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28369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ote afbeelding + floating titel">
    <p:spTree>
      <p:nvGrpSpPr>
        <p:cNvPr id="1" name=""/>
        <p:cNvGrpSpPr/>
        <p:nvPr/>
      </p:nvGrpSpPr>
      <p:grpSpPr>
        <a:xfrm>
          <a:off x="0" y="0"/>
          <a:ext cx="0" cy="0"/>
          <a:chOff x="0" y="0"/>
          <a:chExt cx="0" cy="0"/>
        </a:xfrm>
      </p:grpSpPr>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0" y="0"/>
            <a:ext cx="18288000" cy="9154500"/>
          </a:xfrm>
        </p:spPr>
        <p:txBody>
          <a:bodyPr tIns="1440000">
            <a:normAutofit/>
          </a:bodyPr>
          <a:lstStyle>
            <a:lvl1pPr marL="0" indent="0" algn="ctr">
              <a:buNone/>
              <a:defRPr sz="1600"/>
            </a:lvl1pPr>
          </a:lstStyle>
          <a:p>
            <a:endParaRPr lang="nl-BE" dirty="0"/>
          </a:p>
        </p:txBody>
      </p:sp>
      <p:sp>
        <p:nvSpPr>
          <p:cNvPr id="4" name="Date Placeholder 3"/>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88D5EF28-3492-47D1-AF9D-B29698D75997}" type="datetime1">
              <a:rPr lang="en-US" smtClean="0"/>
              <a:t>11/6/2024</a:t>
            </a:fld>
            <a:endParaRPr lang="nl-BE" dirty="0"/>
          </a:p>
        </p:txBody>
      </p:sp>
      <p:sp>
        <p:nvSpPr>
          <p:cNvPr id="5" name="Footer Placeholder 4"/>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 name="Title 1"/>
          <p:cNvSpPr>
            <a:spLocks noGrp="1"/>
          </p:cNvSpPr>
          <p:nvPr>
            <p:ph type="title" hasCustomPrompt="1"/>
          </p:nvPr>
        </p:nvSpPr>
        <p:spPr>
          <a:xfrm>
            <a:off x="12132526" y="7056603"/>
            <a:ext cx="5430645" cy="755767"/>
          </a:xfrm>
          <a:noFill/>
        </p:spPr>
        <p:txBody>
          <a:bodyPr lIns="0" tIns="0" rIns="0" bIns="0" anchor="b">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6" name="Rechte verbindingslijn 15">
            <a:extLst>
              <a:ext uri="{FF2B5EF4-FFF2-40B4-BE49-F238E27FC236}">
                <a16:creationId xmlns:a16="http://schemas.microsoft.com/office/drawing/2014/main" id="{D2D76672-C87D-44F1-A41F-AA2A35C16DAA}"/>
              </a:ext>
            </a:extLst>
          </p:cNvPr>
          <p:cNvCxnSpPr>
            <a:cxnSpLocks/>
          </p:cNvCxnSpPr>
          <p:nvPr userDrawn="1"/>
        </p:nvCxnSpPr>
        <p:spPr>
          <a:xfrm>
            <a:off x="12132526" y="8004995"/>
            <a:ext cx="5430645"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2" name="TextBox 4">
            <a:extLst>
              <a:ext uri="{FF2B5EF4-FFF2-40B4-BE49-F238E27FC236}">
                <a16:creationId xmlns:a16="http://schemas.microsoft.com/office/drawing/2014/main" id="{44008270-98F6-42B1-97B7-B77ADCC6D3D0}"/>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Grote afbeelding + </a:t>
            </a:r>
            <a:r>
              <a:rPr lang="nl-NL" sz="2000" b="1" dirty="0" err="1">
                <a:solidFill>
                  <a:schemeClr val="tx1"/>
                </a:solidFill>
                <a:latin typeface="+mn-lt"/>
                <a:cs typeface="Arial" panose="020B0604020202020204" pitchFamily="34" charset="0"/>
              </a:rPr>
              <a:t>floating</a:t>
            </a:r>
            <a:r>
              <a:rPr lang="nl-NL" sz="2000" b="1" dirty="0">
                <a:solidFill>
                  <a:schemeClr val="tx1"/>
                </a:solidFill>
                <a:latin typeface="+mn-lt"/>
                <a:cs typeface="Arial" panose="020B0604020202020204" pitchFamily="34" charset="0"/>
              </a:rPr>
              <a:t> titel slide</a:t>
            </a:r>
            <a:endParaRPr lang="en-US" sz="2000" b="1" dirty="0">
              <a:solidFill>
                <a:schemeClr val="tx1"/>
              </a:solidFill>
              <a:latin typeface="+mn-lt"/>
              <a:cs typeface="Arial" panose="020B0604020202020204" pitchFamily="34" charset="0"/>
            </a:endParaRPr>
          </a:p>
        </p:txBody>
      </p:sp>
      <p:sp>
        <p:nvSpPr>
          <p:cNvPr id="13" name="TextBox 46">
            <a:extLst>
              <a:ext uri="{FF2B5EF4-FFF2-40B4-BE49-F238E27FC236}">
                <a16:creationId xmlns:a16="http://schemas.microsoft.com/office/drawing/2014/main" id="{7F1C870B-2989-4A2B-BF54-AD2979A953E7}"/>
              </a:ext>
            </a:extLst>
          </p:cNvPr>
          <p:cNvSpPr txBox="1"/>
          <p:nvPr userDrawn="1"/>
        </p:nvSpPr>
        <p:spPr>
          <a:xfrm>
            <a:off x="0" y="10287000"/>
            <a:ext cx="5166767" cy="707886"/>
          </a:xfrm>
          <a:prstGeom prst="rect">
            <a:avLst/>
          </a:prstGeom>
          <a:noFill/>
        </p:spPr>
        <p:txBody>
          <a:bodyPr wrap="square" rtlCol="0">
            <a:spAutoFit/>
          </a:bodyPr>
          <a:lstStyle/>
          <a:p>
            <a:r>
              <a:rPr lang="nl-NL" sz="1000" dirty="0">
                <a:latin typeface="+mn-lt"/>
                <a:cs typeface="Arial" panose="020B0604020202020204" pitchFamily="34" charset="0"/>
              </a:rPr>
              <a:t>Verplaats na het invoegen van de foto deze weer naar de achtergrond zodat de titel terug vooraan kom te staan. </a:t>
            </a:r>
            <a:r>
              <a:rPr lang="nl-NL" sz="1000" b="1" dirty="0">
                <a:latin typeface="+mn-lt"/>
                <a:cs typeface="Arial" panose="020B0604020202020204" pitchFamily="34" charset="0"/>
              </a:rPr>
              <a:t>(rechtsklikken&gt; naar achtergrond&gt; naar achtergrond)</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Indien de tekst niet genoeg zichtbaar is over de foto, verander de kleur van zwart naar wit.</a:t>
            </a:r>
          </a:p>
        </p:txBody>
      </p:sp>
      <p:sp>
        <p:nvSpPr>
          <p:cNvPr id="17" name="Slide Number Placeholder 5">
            <a:extLst>
              <a:ext uri="{FF2B5EF4-FFF2-40B4-BE49-F238E27FC236}">
                <a16:creationId xmlns:a16="http://schemas.microsoft.com/office/drawing/2014/main" id="{535CD291-C318-4F7C-BE2D-0968FAAC202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91899652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16575629" cy="61038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789BD71-4723-475F-8C03-26AABD915416}"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8A2F8C1-53AF-4DEB-9965-55FC86D3788C}"/>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754E2B3E-4C74-4A6A-953D-C55A6E902B8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709396467"/>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AB1351D5-27B7-423D-8F01-AEC14CFEDD3E}"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4" name="Tijdelijke aanduiding voor tabel 3">
            <a:extLst>
              <a:ext uri="{FF2B5EF4-FFF2-40B4-BE49-F238E27FC236}">
                <a16:creationId xmlns:a16="http://schemas.microsoft.com/office/drawing/2014/main" id="{08476D39-8254-4D49-88E7-E952BF1FA19A}"/>
              </a:ext>
            </a:extLst>
          </p:cNvPr>
          <p:cNvSpPr>
            <a:spLocks noGrp="1" noChangeAspect="1"/>
          </p:cNvSpPr>
          <p:nvPr>
            <p:ph type="tbl" sz="quarter" idx="18"/>
          </p:nvPr>
        </p:nvSpPr>
        <p:spPr>
          <a:xfrm>
            <a:off x="1057275" y="1679575"/>
            <a:ext cx="16575088" cy="6780213"/>
          </a:xfrm>
        </p:spPr>
        <p:txBody>
          <a:bodyPr>
            <a:normAutofit/>
          </a:bodyPr>
          <a:lstStyle>
            <a:lvl1pPr marL="0" indent="0" algn="ctr">
              <a:buNone/>
              <a:defRPr/>
            </a:lvl1pPr>
          </a:lstStyle>
          <a:p>
            <a:endParaRPr lang="nl-BE" noProof="0"/>
          </a:p>
        </p:txBody>
      </p:sp>
      <p:sp>
        <p:nvSpPr>
          <p:cNvPr id="16" name="TextBox 4">
            <a:extLst>
              <a:ext uri="{FF2B5EF4-FFF2-40B4-BE49-F238E27FC236}">
                <a16:creationId xmlns:a16="http://schemas.microsoft.com/office/drawing/2014/main" id="{8C7A8C97-A0A2-4491-BA0D-727C7CE0B7F3}"/>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Tabel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E298B6C7-E64D-451B-B8F5-BDD2AEEBAC0A}"/>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489056685"/>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Leeg met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3EFFE73-4211-460C-94CD-5260CDAABD6A}"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892813D1-327F-45DC-8DDF-53948CE8C5F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Lege slide</a:t>
            </a:r>
            <a:endParaRPr lang="en-US" sz="2000" b="1" dirty="0">
              <a:solidFill>
                <a:schemeClr val="tx1"/>
              </a:solidFill>
              <a:latin typeface="+mn-lt"/>
              <a:cs typeface="Arial" panose="020B0604020202020204" pitchFamily="34" charset="0"/>
            </a:endParaRPr>
          </a:p>
        </p:txBody>
      </p:sp>
      <p:sp>
        <p:nvSpPr>
          <p:cNvPr id="10" name="Slide Number Placeholder 5">
            <a:extLst>
              <a:ext uri="{FF2B5EF4-FFF2-40B4-BE49-F238E27FC236}">
                <a16:creationId xmlns:a16="http://schemas.microsoft.com/office/drawing/2014/main" id="{E933CE10-84EB-48D5-9DBB-6D5D909491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63498780"/>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Leeg zonder titel">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8288000" cy="10287000"/>
          </a:xfrm>
          <a:prstGeom prst="rect">
            <a:avLst/>
          </a:prstGeom>
        </p:spPr>
      </p:pic>
      <p:sp>
        <p:nvSpPr>
          <p:cNvPr id="19" name="Date Placeholder 3">
            <a:extLst>
              <a:ext uri="{FF2B5EF4-FFF2-40B4-BE49-F238E27FC236}">
                <a16:creationId xmlns:a16="http://schemas.microsoft.com/office/drawing/2014/main" id="{BC003533-BC48-439B-A922-F888963D4AC7}"/>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735374F2-1986-4242-A657-A3C0D0CA274F}" type="datetime1">
              <a:rPr lang="en-US" smtClean="0"/>
              <a:t>11/6/2024</a:t>
            </a:fld>
            <a:endParaRPr lang="nl-BE" dirty="0"/>
          </a:p>
        </p:txBody>
      </p:sp>
      <p:sp>
        <p:nvSpPr>
          <p:cNvPr id="20" name="Footer Placeholder 4">
            <a:extLst>
              <a:ext uri="{FF2B5EF4-FFF2-40B4-BE49-F238E27FC236}">
                <a16:creationId xmlns:a16="http://schemas.microsoft.com/office/drawing/2014/main" id="{F1F583E7-15C9-4A51-83EB-9FC4D7B086FC}"/>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9" name="TextBox 4">
            <a:extLst>
              <a:ext uri="{FF2B5EF4-FFF2-40B4-BE49-F238E27FC236}">
                <a16:creationId xmlns:a16="http://schemas.microsoft.com/office/drawing/2014/main" id="{C531524C-A1A5-4485-B21D-E97B5DC3BE3F}"/>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Leeg zonder titel slide</a:t>
            </a:r>
            <a:endParaRPr lang="en-US" sz="2000" b="1" dirty="0">
              <a:solidFill>
                <a:schemeClr val="tx1"/>
              </a:solidFill>
              <a:latin typeface="+mn-lt"/>
              <a:cs typeface="Arial" panose="020B0604020202020204" pitchFamily="34" charset="0"/>
            </a:endParaRPr>
          </a:p>
        </p:txBody>
      </p:sp>
      <p:sp>
        <p:nvSpPr>
          <p:cNvPr id="8" name="Slide Number Placeholder 5">
            <a:extLst>
              <a:ext uri="{FF2B5EF4-FFF2-40B4-BE49-F238E27FC236}">
                <a16:creationId xmlns:a16="http://schemas.microsoft.com/office/drawing/2014/main" id="{A7541285-D923-49F0-9255-B49296C75D2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17097596"/>
      </p:ext>
    </p:extLst>
  </p:cSld>
  <p:clrMapOvr>
    <a:masterClrMapping/>
  </p:clrMapOvr>
  <p:extLst>
    <p:ext uri="{DCECCB84-F9BA-43D5-87BE-67443E8EF086}">
      <p15:sldGuideLst xmlns:p15="http://schemas.microsoft.com/office/powerpoint/2012/main">
        <p15:guide id="4" pos="1109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2 Tekst en 1/2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11506"/>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7B17C559-ED41-48AE-90A3-DAFE15716B7C}"/>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8315E83-A5DC-49E5-BEAB-AA004764E640}" type="datetime1">
              <a:rPr lang="en-US" smtClean="0"/>
              <a:t>11/6/2024</a:t>
            </a:fld>
            <a:endParaRPr lang="nl-BE" dirty="0"/>
          </a:p>
        </p:txBody>
      </p:sp>
      <p:sp>
        <p:nvSpPr>
          <p:cNvPr id="20" name="Footer Placeholder 4">
            <a:extLst>
              <a:ext uri="{FF2B5EF4-FFF2-40B4-BE49-F238E27FC236}">
                <a16:creationId xmlns:a16="http://schemas.microsoft.com/office/drawing/2014/main" id="{7FDB5F77-B327-47F1-9F88-CF970A7A21FD}"/>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6CBDB841-5208-4BD2-9409-EA7134D6944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1/2 Tekst en 1/2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E4EA7E3C-8D96-4688-A34D-5E20B15746F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035366188"/>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2988" y="1648800"/>
            <a:ext cx="1101182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3" name="Tijdelijke aanduiding voor tekst 2">
            <a:extLst>
              <a:ext uri="{FF2B5EF4-FFF2-40B4-BE49-F238E27FC236}">
                <a16:creationId xmlns:a16="http://schemas.microsoft.com/office/drawing/2014/main" id="{CBF26FD0-A3C3-48D7-9476-CC92E74B1F11}"/>
              </a:ext>
            </a:extLst>
          </p:cNvPr>
          <p:cNvSpPr>
            <a:spLocks noGrp="1"/>
          </p:cNvSpPr>
          <p:nvPr>
            <p:ph type="body" sz="quarter" idx="18" hasCustomPrompt="1"/>
          </p:nvPr>
        </p:nvSpPr>
        <p:spPr>
          <a:xfrm>
            <a:off x="1020995" y="2354400"/>
            <a:ext cx="11009448"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926DC1B5-81C7-4C59-8E8C-012A57B63F20}"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afbeelding placeholder">
            <a:extLst>
              <a:ext uri="{FF2B5EF4-FFF2-40B4-BE49-F238E27FC236}">
                <a16:creationId xmlns:a16="http://schemas.microsoft.com/office/drawing/2014/main" id="{DF77DBF1-9A0F-498F-B871-134CB42F881D}"/>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sp>
        <p:nvSpPr>
          <p:cNvPr id="20" name="TextBox 4">
            <a:extLst>
              <a:ext uri="{FF2B5EF4-FFF2-40B4-BE49-F238E27FC236}">
                <a16:creationId xmlns:a16="http://schemas.microsoft.com/office/drawing/2014/main" id="{D974BD34-E475-4E02-86F0-8932E1B41725}"/>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2/3 Tekst en 1/3 afbeelding</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9B0C9453-241A-4033-BF7E-32861682715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77616355"/>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fbeelding en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F23C23C4-8C67-4A3B-AF06-96D3C6B4B6E5}"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7498800"/>
          </a:xfrm>
        </p:spPr>
        <p:txBody>
          <a:bodyPr tIns="1440000">
            <a:normAutofit/>
          </a:bodyPr>
          <a:lstStyle>
            <a:lvl1pPr marL="0" indent="0" algn="ctr">
              <a:buNone/>
              <a:defRPr sz="1600"/>
            </a:lvl1pPr>
          </a:lstStyle>
          <a:p>
            <a:endParaRPr lang="nl-BE" dirty="0"/>
          </a:p>
        </p:txBody>
      </p:sp>
      <p:sp>
        <p:nvSpPr>
          <p:cNvPr id="12" name="TextBox 4">
            <a:extLst>
              <a:ext uri="{FF2B5EF4-FFF2-40B4-BE49-F238E27FC236}">
                <a16:creationId xmlns:a16="http://schemas.microsoft.com/office/drawing/2014/main" id="{E2274F51-95F7-4E5E-815B-1F996E645FE7}"/>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Afbeelding en afbeelding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2D7ADE46-BC5E-4CF0-A652-DEEBD380AB6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845866888"/>
      </p:ext>
    </p:extLst>
  </p:cSld>
  <p:clrMapOvr>
    <a:masterClrMapping/>
  </p:clrMapOvr>
  <p:extLst>
    <p:ext uri="{DCECCB84-F9BA-43D5-87BE-67443E8EF086}">
      <p15:sldGuideLst xmlns:p15="http://schemas.microsoft.com/office/powerpoint/2012/main"/>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x 2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8217535" cy="36720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4473370-D33F-4580-9E77-0D68F948CC0D}"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8217535" cy="36720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92B1CA4A-0389-4751-BD3D-D8526698D99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2 x 2 afbeeldingen slide</a:t>
            </a:r>
            <a:endParaRPr lang="en-US" sz="2000" b="1" dirty="0">
              <a:solidFill>
                <a:schemeClr val="tx1"/>
              </a:solidFill>
              <a:latin typeface="+mn-lt"/>
              <a:cs typeface="Arial" panose="020B0604020202020204" pitchFamily="34" charset="0"/>
            </a:endParaRPr>
          </a:p>
        </p:txBody>
      </p:sp>
      <p:sp>
        <p:nvSpPr>
          <p:cNvPr id="15" name="afbeelding placeholder">
            <a:extLst>
              <a:ext uri="{FF2B5EF4-FFF2-40B4-BE49-F238E27FC236}">
                <a16:creationId xmlns:a16="http://schemas.microsoft.com/office/drawing/2014/main" id="{82CCC512-3142-40C3-84D6-0EEE34ABAA8E}"/>
              </a:ext>
            </a:extLst>
          </p:cNvPr>
          <p:cNvSpPr>
            <a:spLocks noGrp="1"/>
          </p:cNvSpPr>
          <p:nvPr>
            <p:ph type="pic" sz="quarter" idx="15"/>
          </p:nvPr>
        </p:nvSpPr>
        <p:spPr>
          <a:xfrm>
            <a:off x="1040400" y="5473192"/>
            <a:ext cx="8217535" cy="3672000"/>
          </a:xfrm>
        </p:spPr>
        <p:txBody>
          <a:bodyPr tIns="1440000">
            <a:normAutofit/>
          </a:bodyPr>
          <a:lstStyle>
            <a:lvl1pPr marL="0" indent="0" algn="ctr">
              <a:buNone/>
              <a:defRPr sz="1600"/>
            </a:lvl1pPr>
          </a:lstStyle>
          <a:p>
            <a:endParaRPr lang="nl-BE" dirty="0"/>
          </a:p>
        </p:txBody>
      </p:sp>
      <p:sp>
        <p:nvSpPr>
          <p:cNvPr id="22" name="afbeelding placeholder">
            <a:extLst>
              <a:ext uri="{FF2B5EF4-FFF2-40B4-BE49-F238E27FC236}">
                <a16:creationId xmlns:a16="http://schemas.microsoft.com/office/drawing/2014/main" id="{EFC31C83-3462-44CC-A863-6C9D9ADF81D9}"/>
              </a:ext>
            </a:extLst>
          </p:cNvPr>
          <p:cNvSpPr>
            <a:spLocks noGrp="1"/>
          </p:cNvSpPr>
          <p:nvPr>
            <p:ph type="pic" sz="quarter" idx="16"/>
          </p:nvPr>
        </p:nvSpPr>
        <p:spPr>
          <a:xfrm>
            <a:off x="9396000" y="5473192"/>
            <a:ext cx="8217535" cy="3672000"/>
          </a:xfrm>
        </p:spPr>
        <p:txBody>
          <a:bodyPr tIns="1440000">
            <a:normAutofit/>
          </a:bodyPr>
          <a:lstStyle>
            <a:lvl1pPr marL="0" indent="0" algn="ctr">
              <a:buNone/>
              <a:defRPr sz="1600"/>
            </a:lvl1pPr>
          </a:lstStyle>
          <a:p>
            <a:endParaRPr lang="nl-BE" dirty="0"/>
          </a:p>
        </p:txBody>
      </p:sp>
      <p:sp>
        <p:nvSpPr>
          <p:cNvPr id="13" name="Slide Number Placeholder 5">
            <a:extLst>
              <a:ext uri="{FF2B5EF4-FFF2-40B4-BE49-F238E27FC236}">
                <a16:creationId xmlns:a16="http://schemas.microsoft.com/office/drawing/2014/main" id="{11AD4B49-588B-4FA0-AB7E-1A35BB2C644B}"/>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60589124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3 x Afbeelding">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749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EE01433-7EEF-4024-88EE-CB2DC19F1607}"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009A3169-8C0D-4A2D-9C66-BE525BCD338D}"/>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3 x Afbeelding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A7D7A479-4D38-43A0-BAB1-00DE90D031CD}"/>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591389218"/>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4 x Afbeelding">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4048125" cy="749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NL"/>
              <a:t>Titel</a:t>
            </a:r>
            <a:endParaRPr lang="en-US" dirty="0"/>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6E99CC0C-3257-4B8B-B3CB-FC614266FAB8}"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0"/>
            <a:ext cx="4048125" cy="7498800"/>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0"/>
            <a:ext cx="4048125" cy="7498800"/>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0"/>
            <a:ext cx="4048125" cy="7498800"/>
          </a:xfrm>
        </p:spPr>
        <p:txBody>
          <a:bodyPr tIns="1440000">
            <a:normAutofit/>
          </a:bodyPr>
          <a:lstStyle>
            <a:lvl1pPr marL="0" indent="0" algn="ctr">
              <a:buNone/>
              <a:defRPr sz="1600"/>
            </a:lvl1pPr>
          </a:lstStyle>
          <a:p>
            <a:endParaRPr lang="nl-BE" dirty="0"/>
          </a:p>
        </p:txBody>
      </p:sp>
      <p:sp>
        <p:nvSpPr>
          <p:cNvPr id="21" name="TextBox 4">
            <a:extLst>
              <a:ext uri="{FF2B5EF4-FFF2-40B4-BE49-F238E27FC236}">
                <a16:creationId xmlns:a16="http://schemas.microsoft.com/office/drawing/2014/main" id="{BB27EBDF-C895-4A3E-8D3F-1D5142CF7789}"/>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4 x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71E88DA-619D-423F-AE47-6EC96B62FB4C}"/>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280927994"/>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x Afbeelding en tekst">
    <p:spTree>
      <p:nvGrpSpPr>
        <p:cNvPr id="1" name=""/>
        <p:cNvGrpSpPr/>
        <p:nvPr/>
      </p:nvGrpSpPr>
      <p:grpSpPr>
        <a:xfrm>
          <a:off x="0" y="0"/>
          <a:ext cx="0" cy="0"/>
          <a:chOff x="0" y="0"/>
          <a:chExt cx="0" cy="0"/>
        </a:xfrm>
      </p:grpSpPr>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12180332" y="1648800"/>
            <a:ext cx="5438775" cy="2638800"/>
          </a:xfrm>
        </p:spPr>
        <p:txBody>
          <a:bodyPr tIns="1440000">
            <a:normAutofit/>
          </a:bodyPr>
          <a:lstStyle>
            <a:lvl1pPr marL="0" indent="0" algn="ctr">
              <a:buNone/>
              <a:defRPr sz="1600"/>
            </a:lvl1pPr>
          </a:lstStyle>
          <a:p>
            <a:endParaRPr lang="nl-BE" dirty="0"/>
          </a:p>
        </p:txBody>
      </p:sp>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0"/>
            <a:ext cx="5438775" cy="2638800"/>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D55AB069-8D40-41C7-9C95-5EBC08464299}"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6610350" y="1648800"/>
            <a:ext cx="5438775" cy="2638800"/>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2C9D76FB-B5C8-4189-9BD7-56BAEF2C5585}"/>
              </a:ext>
            </a:extLst>
          </p:cNvPr>
          <p:cNvSpPr>
            <a:spLocks noGrp="1"/>
          </p:cNvSpPr>
          <p:nvPr>
            <p:ph type="body" sz="quarter" idx="17" hasCustomPrompt="1"/>
          </p:nvPr>
        </p:nvSpPr>
        <p:spPr>
          <a:xfrm>
            <a:off x="1050130" y="4263948"/>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99919468-E4E2-4DD7-A749-A135BF3C1605}"/>
              </a:ext>
            </a:extLst>
          </p:cNvPr>
          <p:cNvSpPr>
            <a:spLocks noGrp="1"/>
          </p:cNvSpPr>
          <p:nvPr>
            <p:ph type="body" sz="quarter" idx="18" hasCustomPrompt="1"/>
          </p:nvPr>
        </p:nvSpPr>
        <p:spPr>
          <a:xfrm>
            <a:off x="66095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115EA5E1-3426-4F50-8A79-52A1F52C5A34}"/>
              </a:ext>
            </a:extLst>
          </p:cNvPr>
          <p:cNvSpPr>
            <a:spLocks noGrp="1"/>
          </p:cNvSpPr>
          <p:nvPr>
            <p:ph type="body" sz="quarter" idx="19" hasCustomPrompt="1"/>
          </p:nvPr>
        </p:nvSpPr>
        <p:spPr>
          <a:xfrm>
            <a:off x="12178799" y="4262400"/>
            <a:ext cx="5439600"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xtBox 4">
            <a:extLst>
              <a:ext uri="{FF2B5EF4-FFF2-40B4-BE49-F238E27FC236}">
                <a16:creationId xmlns:a16="http://schemas.microsoft.com/office/drawing/2014/main" id="{88A38384-9998-4BC5-BA90-E15895259F2B}"/>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3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15" name="Slide Number Placeholder 5">
            <a:extLst>
              <a:ext uri="{FF2B5EF4-FFF2-40B4-BE49-F238E27FC236}">
                <a16:creationId xmlns:a16="http://schemas.microsoft.com/office/drawing/2014/main" id="{373E7580-50F0-4BA7-B9B0-F25DEFBE5C93}"/>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258748530"/>
      </p:ext>
    </p:extLst>
  </p:cSld>
  <p:clrMapOvr>
    <a:masterClrMapping/>
  </p:clrMapOvr>
  <p:extLst>
    <p:ext uri="{DCECCB84-F9BA-43D5-87BE-67443E8EF086}">
      <p15:sldGuideLst xmlns:p15="http://schemas.microsoft.com/office/powerpoint/2012/main"/>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x Afbeelding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1040606" y="1648801"/>
            <a:ext cx="4048125" cy="2638425"/>
          </a:xfrm>
        </p:spPr>
        <p:txBody>
          <a:bodyPr tIns="1440000">
            <a:normAutofit/>
          </a:bodyPr>
          <a:lstStyle>
            <a:lvl1pPr marL="0" indent="0" algn="ctr">
              <a:buNone/>
              <a:defRPr sz="1600"/>
            </a:lvl1pPr>
          </a:lstStyle>
          <a:p>
            <a:endParaRPr lang="nl-BE" dirty="0"/>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01FADC31-DF19-4E82-B9A1-1709377CF91C}"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0" name="afbeelding placeholder">
            <a:extLst>
              <a:ext uri="{FF2B5EF4-FFF2-40B4-BE49-F238E27FC236}">
                <a16:creationId xmlns:a16="http://schemas.microsoft.com/office/drawing/2014/main" id="{8079D545-5B83-4040-948C-2702F46AFFC2}"/>
              </a:ext>
            </a:extLst>
          </p:cNvPr>
          <p:cNvSpPr>
            <a:spLocks noGrp="1"/>
          </p:cNvSpPr>
          <p:nvPr>
            <p:ph type="pic" sz="quarter" idx="14"/>
          </p:nvPr>
        </p:nvSpPr>
        <p:spPr>
          <a:xfrm>
            <a:off x="9394190" y="1648801"/>
            <a:ext cx="4048125" cy="2638425"/>
          </a:xfrm>
        </p:spPr>
        <p:txBody>
          <a:bodyPr tIns="1440000">
            <a:normAutofit/>
          </a:bodyPr>
          <a:lstStyle>
            <a:lvl1pPr marL="0" indent="0" algn="ctr">
              <a:buNone/>
              <a:defRPr sz="1600"/>
            </a:lvl1pPr>
          </a:lstStyle>
          <a:p>
            <a:endParaRPr lang="nl-BE" dirty="0"/>
          </a:p>
        </p:txBody>
      </p:sp>
      <p:sp>
        <p:nvSpPr>
          <p:cNvPr id="12" name="afbeelding placeholder">
            <a:extLst>
              <a:ext uri="{FF2B5EF4-FFF2-40B4-BE49-F238E27FC236}">
                <a16:creationId xmlns:a16="http://schemas.microsoft.com/office/drawing/2014/main" id="{5F2D9633-36C4-4FE7-93AA-868431641FFF}"/>
              </a:ext>
            </a:extLst>
          </p:cNvPr>
          <p:cNvSpPr>
            <a:spLocks noGrp="1"/>
          </p:cNvSpPr>
          <p:nvPr>
            <p:ph type="pic" sz="quarter" idx="15"/>
          </p:nvPr>
        </p:nvSpPr>
        <p:spPr>
          <a:xfrm>
            <a:off x="5217398" y="1648801"/>
            <a:ext cx="4048125" cy="2638425"/>
          </a:xfrm>
        </p:spPr>
        <p:txBody>
          <a:bodyPr tIns="1440000">
            <a:normAutofit/>
          </a:bodyPr>
          <a:lstStyle>
            <a:lvl1pPr marL="0" indent="0" algn="ctr">
              <a:buNone/>
              <a:defRPr sz="1600"/>
            </a:lvl1pPr>
          </a:lstStyle>
          <a:p>
            <a:endParaRPr lang="nl-BE" dirty="0"/>
          </a:p>
        </p:txBody>
      </p:sp>
      <p:sp>
        <p:nvSpPr>
          <p:cNvPr id="13" name="afbeelding placeholder">
            <a:extLst>
              <a:ext uri="{FF2B5EF4-FFF2-40B4-BE49-F238E27FC236}">
                <a16:creationId xmlns:a16="http://schemas.microsoft.com/office/drawing/2014/main" id="{4622EB30-198A-45C2-B1E5-FA0B9C14C60D}"/>
              </a:ext>
            </a:extLst>
          </p:cNvPr>
          <p:cNvSpPr>
            <a:spLocks noGrp="1"/>
          </p:cNvSpPr>
          <p:nvPr>
            <p:ph type="pic" sz="quarter" idx="16"/>
          </p:nvPr>
        </p:nvSpPr>
        <p:spPr>
          <a:xfrm>
            <a:off x="13570982" y="1648801"/>
            <a:ext cx="4048125" cy="2638425"/>
          </a:xfrm>
        </p:spPr>
        <p:txBody>
          <a:bodyPr tIns="1440000">
            <a:normAutofit/>
          </a:bodyPr>
          <a:lstStyle>
            <a:lvl1pPr marL="0" indent="0" algn="ctr">
              <a:buNone/>
              <a:defRPr sz="1600"/>
            </a:lvl1pPr>
          </a:lstStyle>
          <a:p>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5" name="TextBox 4">
            <a:extLst>
              <a:ext uri="{FF2B5EF4-FFF2-40B4-BE49-F238E27FC236}">
                <a16:creationId xmlns:a16="http://schemas.microsoft.com/office/drawing/2014/main" id="{59DAB652-AFD5-4D77-ACBB-A5CC3110B332}"/>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Afbeelding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6" name="Slide Number Placeholder 5">
            <a:extLst>
              <a:ext uri="{FF2B5EF4-FFF2-40B4-BE49-F238E27FC236}">
                <a16:creationId xmlns:a16="http://schemas.microsoft.com/office/drawing/2014/main" id="{B322D117-B4F5-4509-AFFC-9390DA3CF0C5}"/>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888011576"/>
      </p:ext>
    </p:extLst>
  </p:cSld>
  <p:clrMapOvr>
    <a:masterClrMapping/>
  </p:clrMapOvr>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4 x Grafiek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16" name="Date Placeholder 3">
            <a:extLst>
              <a:ext uri="{FF2B5EF4-FFF2-40B4-BE49-F238E27FC236}">
                <a16:creationId xmlns:a16="http://schemas.microsoft.com/office/drawing/2014/main" id="{CBBEEC4F-5426-4F05-B96C-AD5513ABE5C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440578E3-E413-4EDA-919A-E711947C5525}" type="datetime1">
              <a:rPr lang="en-US" smtClean="0"/>
              <a:t>11/6/2024</a:t>
            </a:fld>
            <a:endParaRPr lang="nl-BE" dirty="0"/>
          </a:p>
        </p:txBody>
      </p:sp>
      <p:sp>
        <p:nvSpPr>
          <p:cNvPr id="19" name="Footer Placeholder 4">
            <a:extLst>
              <a:ext uri="{FF2B5EF4-FFF2-40B4-BE49-F238E27FC236}">
                <a16:creationId xmlns:a16="http://schemas.microsoft.com/office/drawing/2014/main" id="{AE0DE597-1C12-43AF-8CDA-EAFFEDDDBEF7}"/>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kst 2">
            <a:extLst>
              <a:ext uri="{FF2B5EF4-FFF2-40B4-BE49-F238E27FC236}">
                <a16:creationId xmlns:a16="http://schemas.microsoft.com/office/drawing/2014/main" id="{4122F8F5-104B-4819-A14B-2146F8DF983F}"/>
              </a:ext>
            </a:extLst>
          </p:cNvPr>
          <p:cNvSpPr>
            <a:spLocks noGrp="1"/>
          </p:cNvSpPr>
          <p:nvPr>
            <p:ph type="body" sz="quarter" idx="17" hasCustomPrompt="1"/>
          </p:nvPr>
        </p:nvSpPr>
        <p:spPr>
          <a:xfrm>
            <a:off x="1050131" y="4263948"/>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2" name="tekst 2">
            <a:extLst>
              <a:ext uri="{FF2B5EF4-FFF2-40B4-BE49-F238E27FC236}">
                <a16:creationId xmlns:a16="http://schemas.microsoft.com/office/drawing/2014/main" id="{282FC339-B1B5-4159-8648-002E9F1CF62F}"/>
              </a:ext>
            </a:extLst>
          </p:cNvPr>
          <p:cNvSpPr>
            <a:spLocks noGrp="1"/>
          </p:cNvSpPr>
          <p:nvPr>
            <p:ph type="body" sz="quarter" idx="18" hasCustomPrompt="1"/>
          </p:nvPr>
        </p:nvSpPr>
        <p:spPr>
          <a:xfrm>
            <a:off x="5217397"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3" name="tekst 2">
            <a:extLst>
              <a:ext uri="{FF2B5EF4-FFF2-40B4-BE49-F238E27FC236}">
                <a16:creationId xmlns:a16="http://schemas.microsoft.com/office/drawing/2014/main" id="{04B33FD7-F31A-4199-B81F-93BB91AE4A7B}"/>
              </a:ext>
            </a:extLst>
          </p:cNvPr>
          <p:cNvSpPr>
            <a:spLocks noGrp="1"/>
          </p:cNvSpPr>
          <p:nvPr>
            <p:ph type="body" sz="quarter" idx="19" hasCustomPrompt="1"/>
          </p:nvPr>
        </p:nvSpPr>
        <p:spPr>
          <a:xfrm>
            <a:off x="9394190"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24" name="tekst 2">
            <a:extLst>
              <a:ext uri="{FF2B5EF4-FFF2-40B4-BE49-F238E27FC236}">
                <a16:creationId xmlns:a16="http://schemas.microsoft.com/office/drawing/2014/main" id="{092C2D3D-C7DF-408D-BE0C-A73771486B95}"/>
              </a:ext>
            </a:extLst>
          </p:cNvPr>
          <p:cNvSpPr>
            <a:spLocks noGrp="1"/>
          </p:cNvSpPr>
          <p:nvPr>
            <p:ph type="body" sz="quarter" idx="20" hasCustomPrompt="1"/>
          </p:nvPr>
        </p:nvSpPr>
        <p:spPr>
          <a:xfrm>
            <a:off x="13570982" y="4262400"/>
            <a:ext cx="4048125" cy="428400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3" name="Tijdelijke aanduiding voor grafiek 2">
            <a:extLst>
              <a:ext uri="{FF2B5EF4-FFF2-40B4-BE49-F238E27FC236}">
                <a16:creationId xmlns:a16="http://schemas.microsoft.com/office/drawing/2014/main" id="{954FC3A0-5B09-46B3-AF11-1AA71E7BE9D0}"/>
              </a:ext>
            </a:extLst>
          </p:cNvPr>
          <p:cNvSpPr>
            <a:spLocks noGrp="1"/>
          </p:cNvSpPr>
          <p:nvPr>
            <p:ph type="chart" sz="quarter" idx="21"/>
          </p:nvPr>
        </p:nvSpPr>
        <p:spPr>
          <a:xfrm>
            <a:off x="13570981" y="1648801"/>
            <a:ext cx="4048125" cy="2638424"/>
          </a:xfrm>
        </p:spPr>
        <p:txBody>
          <a:bodyPr>
            <a:normAutofit/>
          </a:bodyPr>
          <a:lstStyle>
            <a:lvl1pPr marL="0" indent="0" algn="ctr">
              <a:buNone/>
              <a:defRPr sz="1600"/>
            </a:lvl1pPr>
          </a:lstStyle>
          <a:p>
            <a:endParaRPr lang="nl-BE" dirty="0"/>
          </a:p>
        </p:txBody>
      </p:sp>
      <p:sp>
        <p:nvSpPr>
          <p:cNvPr id="25" name="Tijdelijke aanduiding voor grafiek 2">
            <a:extLst>
              <a:ext uri="{FF2B5EF4-FFF2-40B4-BE49-F238E27FC236}">
                <a16:creationId xmlns:a16="http://schemas.microsoft.com/office/drawing/2014/main" id="{E8ED0ED7-31CC-4369-A3E5-B0BED19B6AC7}"/>
              </a:ext>
            </a:extLst>
          </p:cNvPr>
          <p:cNvSpPr>
            <a:spLocks noGrp="1"/>
          </p:cNvSpPr>
          <p:nvPr>
            <p:ph type="chart" sz="quarter" idx="22"/>
          </p:nvPr>
        </p:nvSpPr>
        <p:spPr>
          <a:xfrm>
            <a:off x="1057276" y="1648800"/>
            <a:ext cx="4048125" cy="2638424"/>
          </a:xfrm>
        </p:spPr>
        <p:txBody>
          <a:bodyPr>
            <a:normAutofit/>
          </a:bodyPr>
          <a:lstStyle>
            <a:lvl1pPr marL="0" indent="0" algn="ctr">
              <a:buNone/>
              <a:defRPr sz="1600"/>
            </a:lvl1pPr>
          </a:lstStyle>
          <a:p>
            <a:endParaRPr lang="nl-BE"/>
          </a:p>
        </p:txBody>
      </p:sp>
      <p:sp>
        <p:nvSpPr>
          <p:cNvPr id="26" name="Tijdelijke aanduiding voor grafiek 2">
            <a:extLst>
              <a:ext uri="{FF2B5EF4-FFF2-40B4-BE49-F238E27FC236}">
                <a16:creationId xmlns:a16="http://schemas.microsoft.com/office/drawing/2014/main" id="{208D46EB-D604-4977-8266-2D9F94EB29AA}"/>
              </a:ext>
            </a:extLst>
          </p:cNvPr>
          <p:cNvSpPr>
            <a:spLocks noGrp="1"/>
          </p:cNvSpPr>
          <p:nvPr>
            <p:ph type="chart" sz="quarter" idx="23"/>
          </p:nvPr>
        </p:nvSpPr>
        <p:spPr>
          <a:xfrm>
            <a:off x="5228511" y="1648800"/>
            <a:ext cx="4048125" cy="2638424"/>
          </a:xfrm>
        </p:spPr>
        <p:txBody>
          <a:bodyPr>
            <a:normAutofit/>
          </a:bodyPr>
          <a:lstStyle>
            <a:lvl1pPr marL="0" indent="0" algn="ctr">
              <a:buNone/>
              <a:defRPr sz="1600"/>
            </a:lvl1pPr>
          </a:lstStyle>
          <a:p>
            <a:endParaRPr lang="nl-BE"/>
          </a:p>
        </p:txBody>
      </p:sp>
      <p:sp>
        <p:nvSpPr>
          <p:cNvPr id="27" name="Tijdelijke aanduiding voor grafiek 2">
            <a:extLst>
              <a:ext uri="{FF2B5EF4-FFF2-40B4-BE49-F238E27FC236}">
                <a16:creationId xmlns:a16="http://schemas.microsoft.com/office/drawing/2014/main" id="{82703302-D87B-48DC-ACE7-F126874EE444}"/>
              </a:ext>
            </a:extLst>
          </p:cNvPr>
          <p:cNvSpPr>
            <a:spLocks noGrp="1"/>
          </p:cNvSpPr>
          <p:nvPr>
            <p:ph type="chart" sz="quarter" idx="24"/>
          </p:nvPr>
        </p:nvSpPr>
        <p:spPr>
          <a:xfrm>
            <a:off x="9399746" y="1648800"/>
            <a:ext cx="4048125" cy="2638424"/>
          </a:xfrm>
        </p:spPr>
        <p:txBody>
          <a:bodyPr>
            <a:normAutofit/>
          </a:bodyPr>
          <a:lstStyle>
            <a:lvl1pPr marL="0" indent="0" algn="ctr">
              <a:buNone/>
              <a:defRPr sz="1600"/>
            </a:lvl1pPr>
          </a:lstStyle>
          <a:p>
            <a:endParaRPr lang="nl-BE"/>
          </a:p>
        </p:txBody>
      </p:sp>
      <p:sp>
        <p:nvSpPr>
          <p:cNvPr id="20" name="TextBox 4">
            <a:extLst>
              <a:ext uri="{FF2B5EF4-FFF2-40B4-BE49-F238E27FC236}">
                <a16:creationId xmlns:a16="http://schemas.microsoft.com/office/drawing/2014/main" id="{DB6ED84B-8E7F-4228-B427-1EDE681C5A63}"/>
              </a:ext>
            </a:extLst>
          </p:cNvPr>
          <p:cNvSpPr txBox="1"/>
          <p:nvPr userDrawn="1"/>
        </p:nvSpPr>
        <p:spPr>
          <a:xfrm>
            <a:off x="12608689" y="-528424"/>
            <a:ext cx="5663952" cy="400110"/>
          </a:xfrm>
          <a:prstGeom prst="rect">
            <a:avLst/>
          </a:prstGeom>
          <a:noFill/>
        </p:spPr>
        <p:txBody>
          <a:bodyPr wrap="square" rtlCol="0">
            <a:spAutoFit/>
          </a:bodyPr>
          <a:lstStyle/>
          <a:p>
            <a:pPr algn="r"/>
            <a:r>
              <a:rPr lang="nl-BE" sz="2000" b="1" dirty="0">
                <a:solidFill>
                  <a:schemeClr val="tx1"/>
                </a:solidFill>
                <a:latin typeface="+mn-lt"/>
                <a:cs typeface="Arial" panose="020B0604020202020204" pitchFamily="34" charset="0"/>
              </a:rPr>
              <a:t>4 x Grafiek en tekst</a:t>
            </a:r>
            <a:r>
              <a:rPr lang="nl-NL" sz="2000" b="1" dirty="0">
                <a:solidFill>
                  <a:schemeClr val="tx1"/>
                </a:solidFill>
                <a:latin typeface="+mn-lt"/>
                <a:cs typeface="Arial" panose="020B0604020202020204" pitchFamily="34" charset="0"/>
              </a:rPr>
              <a:t> slide</a:t>
            </a:r>
            <a:endParaRPr lang="en-US" sz="2000" b="1" dirty="0">
              <a:solidFill>
                <a:schemeClr val="tx1"/>
              </a:solidFill>
              <a:latin typeface="+mn-lt"/>
              <a:cs typeface="Arial" panose="020B0604020202020204" pitchFamily="34" charset="0"/>
            </a:endParaRPr>
          </a:p>
        </p:txBody>
      </p:sp>
      <p:sp>
        <p:nvSpPr>
          <p:cNvPr id="28" name="Slide Number Placeholder 5">
            <a:extLst>
              <a:ext uri="{FF2B5EF4-FFF2-40B4-BE49-F238E27FC236}">
                <a16:creationId xmlns:a16="http://schemas.microsoft.com/office/drawing/2014/main" id="{C4CEE009-8E85-4C17-8940-2ECFA7416A87}"/>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3298399701"/>
      </p:ext>
    </p:extLst>
  </p:cSld>
  <p:clrMapOvr>
    <a:masterClrMapping/>
  </p:clrMapOvr>
  <p:extLst>
    <p:ext uri="{DCECCB84-F9BA-43D5-87BE-67443E8EF086}">
      <p15:sldGuideLst xmlns:p15="http://schemas.microsoft.com/office/powerpoint/2012/main"/>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kst en 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0"/>
            <a:ext cx="5451029"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6604059" y="1648798"/>
            <a:ext cx="11007666" cy="7498800"/>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5902AF8F-BED1-496F-9592-5DAFC0AB6509}"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3" name="TextBox 4">
            <a:extLst>
              <a:ext uri="{FF2B5EF4-FFF2-40B4-BE49-F238E27FC236}">
                <a16:creationId xmlns:a16="http://schemas.microsoft.com/office/drawing/2014/main" id="{A500405E-274E-4C95-9B93-F6B1F82EF01B}"/>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1/3 Tekst en 2/3 grafiek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0B746D04-F8B5-4633-8AF7-A2B6C0815590}"/>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145390681"/>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sp>
        <p:nvSpPr>
          <p:cNvPr id="6" name="Tijdelijke aanduiding voor grafiek 5">
            <a:extLst>
              <a:ext uri="{FF2B5EF4-FFF2-40B4-BE49-F238E27FC236}">
                <a16:creationId xmlns:a16="http://schemas.microsoft.com/office/drawing/2014/main" id="{614134C0-F4E4-44CC-8706-88387C9D5861}"/>
              </a:ext>
            </a:extLst>
          </p:cNvPr>
          <p:cNvSpPr>
            <a:spLocks noGrp="1"/>
          </p:cNvSpPr>
          <p:nvPr>
            <p:ph type="chart" sz="quarter" idx="18"/>
          </p:nvPr>
        </p:nvSpPr>
        <p:spPr>
          <a:xfrm>
            <a:off x="1052513" y="1648799"/>
            <a:ext cx="16559212" cy="7475533"/>
          </a:xfrm>
        </p:spPr>
        <p:txBody>
          <a:bodyPr>
            <a:normAutofit/>
          </a:bodyPr>
          <a:lstStyle>
            <a:lvl1pPr marL="0" indent="0" algn="ctr">
              <a:buNone/>
              <a:defRPr sz="1600"/>
            </a:lvl1pPr>
          </a:lstStyle>
          <a:p>
            <a:endParaRPr lang="nl-BE" dirty="0"/>
          </a:p>
        </p:txBody>
      </p:sp>
      <p:cxnSp>
        <p:nvCxnSpPr>
          <p:cNvPr id="16" name="Rechte verbindingslijn 15">
            <a:extLst>
              <a:ext uri="{FF2B5EF4-FFF2-40B4-BE49-F238E27FC236}">
                <a16:creationId xmlns:a16="http://schemas.microsoft.com/office/drawing/2014/main" id="{4F905B5B-8045-449F-895D-38D309C4501E}"/>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9" name="Date Placeholder 3">
            <a:extLst>
              <a:ext uri="{FF2B5EF4-FFF2-40B4-BE49-F238E27FC236}">
                <a16:creationId xmlns:a16="http://schemas.microsoft.com/office/drawing/2014/main" id="{8B491326-6D81-4D11-8B65-BA927C226970}"/>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DC8FCE1-8277-4F98-941D-9725904A7544}" type="datetime1">
              <a:rPr lang="en-US" smtClean="0"/>
              <a:t>11/6/2024</a:t>
            </a:fld>
            <a:endParaRPr lang="nl-BE" dirty="0"/>
          </a:p>
        </p:txBody>
      </p:sp>
      <p:sp>
        <p:nvSpPr>
          <p:cNvPr id="20" name="Footer Placeholder 4">
            <a:extLst>
              <a:ext uri="{FF2B5EF4-FFF2-40B4-BE49-F238E27FC236}">
                <a16:creationId xmlns:a16="http://schemas.microsoft.com/office/drawing/2014/main" id="{7054F025-F953-4787-9A33-0B39B2404125}"/>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2" name="TextBox 4">
            <a:extLst>
              <a:ext uri="{FF2B5EF4-FFF2-40B4-BE49-F238E27FC236}">
                <a16:creationId xmlns:a16="http://schemas.microsoft.com/office/drawing/2014/main" id="{C2C04373-6D00-42D5-86E3-4AF79B52EF61}"/>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Grafiek slide</a:t>
            </a:r>
            <a:endParaRPr lang="en-US" sz="2000" b="1" dirty="0">
              <a:solidFill>
                <a:schemeClr val="tx1"/>
              </a:solidFill>
              <a:latin typeface="+mn-lt"/>
              <a:cs typeface="Arial" panose="020B0604020202020204" pitchFamily="34" charset="0"/>
            </a:endParaRPr>
          </a:p>
        </p:txBody>
      </p:sp>
      <p:sp>
        <p:nvSpPr>
          <p:cNvPr id="13" name="Slide Number Placeholder 5">
            <a:extLst>
              <a:ext uri="{FF2B5EF4-FFF2-40B4-BE49-F238E27FC236}">
                <a16:creationId xmlns:a16="http://schemas.microsoft.com/office/drawing/2014/main" id="{BB1B3D76-87F5-4241-8BC7-B14883BF9BD9}"/>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429027203"/>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kst en tekst">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54401"/>
            <a:ext cx="8217535"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0800" y="2354401"/>
            <a:ext cx="8317894" cy="6107802"/>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Date Placeholder 3">
            <a:extLst>
              <a:ext uri="{FF2B5EF4-FFF2-40B4-BE49-F238E27FC236}">
                <a16:creationId xmlns:a16="http://schemas.microsoft.com/office/drawing/2014/main" id="{64A6FC45-6288-4234-BD0E-2E4FD3701752}"/>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CA637D1B-2350-4E66-888C-D6455256F990}" type="datetime1">
              <a:rPr lang="en-US" smtClean="0"/>
              <a:t>11/6/2024</a:t>
            </a:fld>
            <a:endParaRPr lang="nl-BE" dirty="0"/>
          </a:p>
        </p:txBody>
      </p:sp>
      <p:sp>
        <p:nvSpPr>
          <p:cNvPr id="20" name="Footer Placeholder 4">
            <a:extLst>
              <a:ext uri="{FF2B5EF4-FFF2-40B4-BE49-F238E27FC236}">
                <a16:creationId xmlns:a16="http://schemas.microsoft.com/office/drawing/2014/main" id="{5B38A2BD-CD2D-4371-8728-9584522E5B28}"/>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1" name="TextBox 4">
            <a:extLst>
              <a:ext uri="{FF2B5EF4-FFF2-40B4-BE49-F238E27FC236}">
                <a16:creationId xmlns:a16="http://schemas.microsoft.com/office/drawing/2014/main" id="{B76F8740-BA9B-4238-9C9D-5EB368209556}"/>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1/2 Tekst en 1/2 tekst slide</a:t>
            </a:r>
            <a:endParaRPr lang="en-US" sz="2000" b="1" dirty="0">
              <a:solidFill>
                <a:schemeClr val="tx1"/>
              </a:solidFill>
              <a:latin typeface="+mn-lt"/>
              <a:cs typeface="Arial" panose="020B0604020202020204" pitchFamily="34" charset="0"/>
            </a:endParaRPr>
          </a:p>
        </p:txBody>
      </p:sp>
      <p:sp>
        <p:nvSpPr>
          <p:cNvPr id="12" name="Slide Number Placeholder 5">
            <a:extLst>
              <a:ext uri="{FF2B5EF4-FFF2-40B4-BE49-F238E27FC236}">
                <a16:creationId xmlns:a16="http://schemas.microsoft.com/office/drawing/2014/main" id="{7FE107D6-62B0-4C84-B71F-6083B8886F21}"/>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76699492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kst en tekst met titels">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0131" y="2360672"/>
            <a:ext cx="8217535"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13" name="Rechte verbindingslijn 12">
            <a:extLst>
              <a:ext uri="{FF2B5EF4-FFF2-40B4-BE49-F238E27FC236}">
                <a16:creationId xmlns:a16="http://schemas.microsoft.com/office/drawing/2014/main" id="{7110FD9F-E4AC-400C-8565-106120363BBA}"/>
              </a:ext>
            </a:extLst>
          </p:cNvPr>
          <p:cNvCxnSpPr>
            <a:cxnSpLocks/>
          </p:cNvCxnSpPr>
          <p:nvPr userDrawn="1"/>
        </p:nvCxnSpPr>
        <p:spPr>
          <a:xfrm>
            <a:off x="1040607" y="1648800"/>
            <a:ext cx="16559212"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16" name="Tijdelijke aanduiding voor tekst 2">
            <a:extLst>
              <a:ext uri="{FF2B5EF4-FFF2-40B4-BE49-F238E27FC236}">
                <a16:creationId xmlns:a16="http://schemas.microsoft.com/office/drawing/2014/main" id="{FD4BBC61-64E8-48C4-9538-1D4C3F6AC215}"/>
              </a:ext>
            </a:extLst>
          </p:cNvPr>
          <p:cNvSpPr>
            <a:spLocks noGrp="1"/>
          </p:cNvSpPr>
          <p:nvPr>
            <p:ph type="body" sz="quarter" idx="18" hasCustomPrompt="1"/>
          </p:nvPr>
        </p:nvSpPr>
        <p:spPr>
          <a:xfrm>
            <a:off x="9281925" y="2372571"/>
            <a:ext cx="8317894" cy="6781003"/>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9" name="Tijdelijke aanduiding voor tekst 2">
            <a:extLst>
              <a:ext uri="{FF2B5EF4-FFF2-40B4-BE49-F238E27FC236}">
                <a16:creationId xmlns:a16="http://schemas.microsoft.com/office/drawing/2014/main" id="{27C51278-DB61-42EE-9F33-A777E0DF1AC2}"/>
              </a:ext>
            </a:extLst>
          </p:cNvPr>
          <p:cNvSpPr>
            <a:spLocks noGrp="1"/>
          </p:cNvSpPr>
          <p:nvPr>
            <p:ph type="body" sz="quarter" idx="19" hasCustomPrompt="1"/>
          </p:nvPr>
        </p:nvSpPr>
        <p:spPr>
          <a:xfrm>
            <a:off x="1051200" y="1681200"/>
            <a:ext cx="8217535"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0" name="Tijdelijke aanduiding voor tekst 2">
            <a:extLst>
              <a:ext uri="{FF2B5EF4-FFF2-40B4-BE49-F238E27FC236}">
                <a16:creationId xmlns:a16="http://schemas.microsoft.com/office/drawing/2014/main" id="{42CA813D-BD1A-4071-BC9A-FA47A2EE0923}"/>
              </a:ext>
            </a:extLst>
          </p:cNvPr>
          <p:cNvSpPr>
            <a:spLocks noGrp="1"/>
          </p:cNvSpPr>
          <p:nvPr>
            <p:ph type="body" sz="quarter" idx="20" hasCustomPrompt="1"/>
          </p:nvPr>
        </p:nvSpPr>
        <p:spPr>
          <a:xfrm>
            <a:off x="9280800" y="1681200"/>
            <a:ext cx="8317894" cy="487516"/>
          </a:xfrm>
        </p:spPr>
        <p:txBody>
          <a:bodyPr>
            <a:noAutofit/>
          </a:bodyPr>
          <a:lstStyle>
            <a:lvl1pPr marL="0" indent="0">
              <a:buNone/>
              <a:defRPr>
                <a:latin typeface="Arial Rounded MT Bold" panose="020F0704030504030204" pitchFamily="34" charset="0"/>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Titel</a:t>
            </a:r>
          </a:p>
        </p:txBody>
      </p:sp>
      <p:sp>
        <p:nvSpPr>
          <p:cNvPr id="21" name="Date Placeholder 3">
            <a:extLst>
              <a:ext uri="{FF2B5EF4-FFF2-40B4-BE49-F238E27FC236}">
                <a16:creationId xmlns:a16="http://schemas.microsoft.com/office/drawing/2014/main" id="{23797617-9A2A-42BE-91A7-557BA9A3B339}"/>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36BFC5FE-F283-4942-B53A-F72EF2538FA5}" type="datetime1">
              <a:rPr lang="en-US" smtClean="0"/>
              <a:t>11/6/2024</a:t>
            </a:fld>
            <a:endParaRPr lang="nl-BE" dirty="0"/>
          </a:p>
        </p:txBody>
      </p:sp>
      <p:sp>
        <p:nvSpPr>
          <p:cNvPr id="22" name="Footer Placeholder 4">
            <a:extLst>
              <a:ext uri="{FF2B5EF4-FFF2-40B4-BE49-F238E27FC236}">
                <a16:creationId xmlns:a16="http://schemas.microsoft.com/office/drawing/2014/main" id="{84F2FAB1-4F58-45C2-A410-C1CF7D683BA6}"/>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23" name="TextBox 4">
            <a:extLst>
              <a:ext uri="{FF2B5EF4-FFF2-40B4-BE49-F238E27FC236}">
                <a16:creationId xmlns:a16="http://schemas.microsoft.com/office/drawing/2014/main" id="{B415E543-5122-4ED4-A8AA-647C117F182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Titel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C622672D-881A-46AD-85C1-7DDEFA005E4F}"/>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1375719772"/>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kst en 3 afbeeldingen">
    <p:spTree>
      <p:nvGrpSpPr>
        <p:cNvPr id="1" name=""/>
        <p:cNvGrpSpPr/>
        <p:nvPr/>
      </p:nvGrpSpPr>
      <p:grpSpPr>
        <a:xfrm>
          <a:off x="0" y="0"/>
          <a:ext cx="0" cy="0"/>
          <a:chOff x="0" y="0"/>
          <a:chExt cx="0" cy="0"/>
        </a:xfrm>
      </p:grpSpPr>
      <p:pic>
        <p:nvPicPr>
          <p:cNvPr id="7" name="template Image TEMP" hidden="1">
            <a:extLst>
              <a:ext uri="{FF2B5EF4-FFF2-40B4-BE49-F238E27FC236}">
                <a16:creationId xmlns:a16="http://schemas.microsoft.com/office/drawing/2014/main" id="{43D6F5A4-B7C8-4788-B1CD-3A803969CC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144" y="0"/>
            <a:ext cx="18288000" cy="10287000"/>
          </a:xfrm>
          <a:prstGeom prst="rect">
            <a:avLst/>
          </a:prstGeom>
        </p:spPr>
      </p:pic>
      <p:sp>
        <p:nvSpPr>
          <p:cNvPr id="10" name="afbeelding placeholder">
            <a:extLst>
              <a:ext uri="{FF2B5EF4-FFF2-40B4-BE49-F238E27FC236}">
                <a16:creationId xmlns:a16="http://schemas.microsoft.com/office/drawing/2014/main" id="{BF11F0D6-36C4-4080-A5EE-1C71DA09C63D}"/>
              </a:ext>
            </a:extLst>
          </p:cNvPr>
          <p:cNvSpPr>
            <a:spLocks noGrp="1"/>
          </p:cNvSpPr>
          <p:nvPr>
            <p:ph type="pic" sz="quarter" idx="13"/>
          </p:nvPr>
        </p:nvSpPr>
        <p:spPr>
          <a:xfrm>
            <a:off x="9394190" y="1648800"/>
            <a:ext cx="8217535" cy="4695826"/>
          </a:xfrm>
        </p:spPr>
        <p:txBody>
          <a:bodyPr tIns="1440000">
            <a:normAutofit/>
          </a:bodyPr>
          <a:lstStyle>
            <a:lvl1pPr marL="0" indent="0" algn="ctr">
              <a:buNone/>
              <a:defRPr sz="1600"/>
            </a:lvl1pPr>
          </a:lstStyle>
          <a:p>
            <a:endParaRPr lang="nl-BE" dirty="0"/>
          </a:p>
        </p:txBody>
      </p:sp>
      <p:sp>
        <p:nvSpPr>
          <p:cNvPr id="12" name="afbeelding placeholder klein L">
            <a:extLst>
              <a:ext uri="{FF2B5EF4-FFF2-40B4-BE49-F238E27FC236}">
                <a16:creationId xmlns:a16="http://schemas.microsoft.com/office/drawing/2014/main" id="{5C550790-1878-4E4B-B46B-972377CCD569}"/>
              </a:ext>
            </a:extLst>
          </p:cNvPr>
          <p:cNvSpPr>
            <a:spLocks noGrp="1"/>
          </p:cNvSpPr>
          <p:nvPr>
            <p:ph type="pic" sz="quarter" idx="14"/>
          </p:nvPr>
        </p:nvSpPr>
        <p:spPr>
          <a:xfrm>
            <a:off x="9394189" y="6516687"/>
            <a:ext cx="4045743" cy="2628899"/>
          </a:xfrm>
        </p:spPr>
        <p:txBody>
          <a:bodyPr>
            <a:normAutofit/>
          </a:bodyPr>
          <a:lstStyle>
            <a:lvl1pPr marL="0" indent="0">
              <a:buNone/>
              <a:defRPr sz="1600"/>
            </a:lvl1pPr>
          </a:lstStyle>
          <a:p>
            <a:endParaRPr lang="nl-BE"/>
          </a:p>
        </p:txBody>
      </p:sp>
      <p:sp>
        <p:nvSpPr>
          <p:cNvPr id="16" name="afbeelding placeholder klein R">
            <a:extLst>
              <a:ext uri="{FF2B5EF4-FFF2-40B4-BE49-F238E27FC236}">
                <a16:creationId xmlns:a16="http://schemas.microsoft.com/office/drawing/2014/main" id="{0AD5257D-D027-4510-AE37-6478FB52D6AC}"/>
              </a:ext>
            </a:extLst>
          </p:cNvPr>
          <p:cNvSpPr>
            <a:spLocks noGrp="1"/>
          </p:cNvSpPr>
          <p:nvPr>
            <p:ph type="pic" sz="quarter" idx="15"/>
          </p:nvPr>
        </p:nvSpPr>
        <p:spPr>
          <a:xfrm>
            <a:off x="13565982" y="6516688"/>
            <a:ext cx="4045743" cy="2628899"/>
          </a:xfrm>
        </p:spPr>
        <p:txBody>
          <a:bodyPr>
            <a:normAutofit/>
          </a:bodyPr>
          <a:lstStyle>
            <a:lvl1pPr marL="0" indent="0">
              <a:buNone/>
              <a:defRPr sz="1600"/>
            </a:lvl1pPr>
          </a:lstStyle>
          <a:p>
            <a:endParaRPr lang="nl-BE" dirty="0"/>
          </a:p>
        </p:txBody>
      </p:sp>
      <p:sp>
        <p:nvSpPr>
          <p:cNvPr id="3" name="Tijdelijke aanduiding voor tekst 2">
            <a:extLst>
              <a:ext uri="{FF2B5EF4-FFF2-40B4-BE49-F238E27FC236}">
                <a16:creationId xmlns:a16="http://schemas.microsoft.com/office/drawing/2014/main" id="{4A7D640B-CDD8-4169-B1E1-C9092DA4F966}"/>
              </a:ext>
            </a:extLst>
          </p:cNvPr>
          <p:cNvSpPr>
            <a:spLocks noGrp="1"/>
          </p:cNvSpPr>
          <p:nvPr>
            <p:ph type="body" sz="quarter" idx="17" hasCustomPrompt="1"/>
          </p:nvPr>
        </p:nvSpPr>
        <p:spPr>
          <a:xfrm>
            <a:off x="1051200" y="2354401"/>
            <a:ext cx="8217535" cy="6121780"/>
          </a:xfrm>
        </p:spPr>
        <p:txBody>
          <a:bodyPr>
            <a:noAutofit/>
          </a:bodyPr>
          <a:lstStyle>
            <a:lvl1pPr marL="0" indent="0">
              <a:buNone/>
              <a:defRPr>
                <a:latin typeface="+mn-lt"/>
              </a:defRPr>
            </a:lvl1pPr>
            <a:lvl2pPr marL="685800" indent="0">
              <a:buNone/>
              <a:defRPr>
                <a:latin typeface="+mn-lt"/>
              </a:defRPr>
            </a:lvl2pPr>
            <a:lvl3pPr marL="1371600" indent="0">
              <a:buNone/>
              <a:defRPr>
                <a:latin typeface="+mn-lt"/>
              </a:defRPr>
            </a:lvl3pPr>
            <a:lvl4pPr marL="2057400" indent="0">
              <a:buNone/>
              <a:defRPr>
                <a:latin typeface="+mn-lt"/>
              </a:defRPr>
            </a:lvl4pPr>
            <a:lvl5pPr marL="2743200" indent="0">
              <a:buNone/>
              <a:defRPr>
                <a:latin typeface="+mn-lt"/>
              </a:defRPr>
            </a:lvl5p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18" name="Title 1">
            <a:extLst>
              <a:ext uri="{FF2B5EF4-FFF2-40B4-BE49-F238E27FC236}">
                <a16:creationId xmlns:a16="http://schemas.microsoft.com/office/drawing/2014/main" id="{205088BA-D60E-489A-ACC8-782DA263A712}"/>
              </a:ext>
            </a:extLst>
          </p:cNvPr>
          <p:cNvSpPr>
            <a:spLocks noGrp="1"/>
          </p:cNvSpPr>
          <p:nvPr>
            <p:ph type="title" hasCustomPrompt="1"/>
          </p:nvPr>
        </p:nvSpPr>
        <p:spPr>
          <a:xfrm>
            <a:off x="998692" y="888883"/>
            <a:ext cx="16575629" cy="630355"/>
          </a:xfrm>
        </p:spPr>
        <p:txBody>
          <a:bodyPr lIns="0" tIns="0" rIns="0" bIns="0" anchor="t">
            <a:noAutofit/>
          </a:bodyPr>
          <a:lstStyle>
            <a:lvl1pPr>
              <a:defRPr sz="4400">
                <a:solidFill>
                  <a:schemeClr val="tx1"/>
                </a:solidFill>
                <a:latin typeface="Arial Rounded MT Bold" panose="020F0704030504030204" pitchFamily="34" charset="0"/>
              </a:defRPr>
            </a:lvl1pPr>
          </a:lstStyle>
          <a:p>
            <a:r>
              <a:rPr lang="nl-BE" noProof="0"/>
              <a:t>Titel</a:t>
            </a:r>
          </a:p>
        </p:txBody>
      </p:sp>
      <p:cxnSp>
        <p:nvCxnSpPr>
          <p:cNvPr id="8" name="Rechte verbindingslijn 7">
            <a:extLst>
              <a:ext uri="{FF2B5EF4-FFF2-40B4-BE49-F238E27FC236}">
                <a16:creationId xmlns:a16="http://schemas.microsoft.com/office/drawing/2014/main" id="{6E916ED6-1D5C-4BD5-A13A-5B98D6CE638F}"/>
              </a:ext>
            </a:extLst>
          </p:cNvPr>
          <p:cNvCxnSpPr>
            <a:cxnSpLocks/>
          </p:cNvCxnSpPr>
          <p:nvPr userDrawn="1"/>
        </p:nvCxnSpPr>
        <p:spPr>
          <a:xfrm>
            <a:off x="1040607" y="1648800"/>
            <a:ext cx="8227059" cy="0"/>
          </a:xfrm>
          <a:prstGeom prst="line">
            <a:avLst/>
          </a:prstGeom>
          <a:ln w="28575">
            <a:solidFill>
              <a:srgbClr val="44C8F5"/>
            </a:solidFill>
          </a:ln>
        </p:spPr>
        <p:style>
          <a:lnRef idx="1">
            <a:schemeClr val="accent1"/>
          </a:lnRef>
          <a:fillRef idx="0">
            <a:schemeClr val="accent1"/>
          </a:fillRef>
          <a:effectRef idx="0">
            <a:schemeClr val="accent1"/>
          </a:effectRef>
          <a:fontRef idx="minor">
            <a:schemeClr val="tx1"/>
          </a:fontRef>
        </p:style>
      </p:cxnSp>
      <p:sp>
        <p:nvSpPr>
          <p:cNvPr id="21" name="Date Placeholder 3">
            <a:extLst>
              <a:ext uri="{FF2B5EF4-FFF2-40B4-BE49-F238E27FC236}">
                <a16:creationId xmlns:a16="http://schemas.microsoft.com/office/drawing/2014/main" id="{42CB94D7-5D59-4DFC-94D3-DA4222132B33}"/>
              </a:ext>
            </a:extLst>
          </p:cNvPr>
          <p:cNvSpPr>
            <a:spLocks noGrp="1"/>
          </p:cNvSpPr>
          <p:nvPr>
            <p:ph type="dt" sz="half" idx="10"/>
          </p:nvPr>
        </p:nvSpPr>
        <p:spPr>
          <a:xfrm>
            <a:off x="1057276" y="9306717"/>
            <a:ext cx="1217614" cy="547688"/>
          </a:xfrm>
        </p:spPr>
        <p:txBody>
          <a:bodyPr lIns="0" tIns="0" rIns="0" bIns="0"/>
          <a:lstStyle>
            <a:lvl1pPr>
              <a:defRPr>
                <a:solidFill>
                  <a:schemeClr val="bg1"/>
                </a:solidFill>
              </a:defRPr>
            </a:lvl1pPr>
          </a:lstStyle>
          <a:p>
            <a:fld id="{106B12BF-766E-4014-83A5-42CE40DCD2F1}" type="datetime1">
              <a:rPr lang="en-US" smtClean="0"/>
              <a:t>11/6/2024</a:t>
            </a:fld>
            <a:endParaRPr lang="nl-BE" dirty="0"/>
          </a:p>
        </p:txBody>
      </p:sp>
      <p:sp>
        <p:nvSpPr>
          <p:cNvPr id="22" name="Footer Placeholder 4">
            <a:extLst>
              <a:ext uri="{FF2B5EF4-FFF2-40B4-BE49-F238E27FC236}">
                <a16:creationId xmlns:a16="http://schemas.microsoft.com/office/drawing/2014/main" id="{9D8DD6B7-D598-4C95-97E9-BC30A87EE5C1}"/>
              </a:ext>
            </a:extLst>
          </p:cNvPr>
          <p:cNvSpPr>
            <a:spLocks noGrp="1"/>
          </p:cNvSpPr>
          <p:nvPr>
            <p:ph type="ftr" sz="quarter" idx="11"/>
          </p:nvPr>
        </p:nvSpPr>
        <p:spPr>
          <a:xfrm>
            <a:off x="2274889" y="9306717"/>
            <a:ext cx="6172200" cy="547688"/>
          </a:xfrm>
        </p:spPr>
        <p:txBody>
          <a:bodyPr lIns="0" tIns="0" rIns="0" bIns="0"/>
          <a:lstStyle>
            <a:lvl1pPr algn="l">
              <a:defRPr>
                <a:solidFill>
                  <a:schemeClr val="bg1"/>
                </a:solidFill>
              </a:defRPr>
            </a:lvl1pPr>
          </a:lstStyle>
          <a:p>
            <a:r>
              <a:rPr lang="en-US"/>
              <a:t>AI Applied maths - Introduction to the course</a:t>
            </a:r>
            <a:endParaRPr lang="nl-BE" dirty="0"/>
          </a:p>
        </p:txBody>
      </p:sp>
      <p:sp>
        <p:nvSpPr>
          <p:cNvPr id="19" name="TextBox 4">
            <a:extLst>
              <a:ext uri="{FF2B5EF4-FFF2-40B4-BE49-F238E27FC236}">
                <a16:creationId xmlns:a16="http://schemas.microsoft.com/office/drawing/2014/main" id="{2CD7B7E4-430F-492F-AE79-EDAE65BABEA5}"/>
              </a:ext>
            </a:extLst>
          </p:cNvPr>
          <p:cNvSpPr txBox="1"/>
          <p:nvPr userDrawn="1"/>
        </p:nvSpPr>
        <p:spPr>
          <a:xfrm>
            <a:off x="12608689" y="-528424"/>
            <a:ext cx="5663952" cy="400110"/>
          </a:xfrm>
          <a:prstGeom prst="rect">
            <a:avLst/>
          </a:prstGeom>
          <a:noFill/>
        </p:spPr>
        <p:txBody>
          <a:bodyPr wrap="square" rtlCol="0">
            <a:spAutoFit/>
          </a:bodyPr>
          <a:lstStyle/>
          <a:p>
            <a:pPr algn="r"/>
            <a:r>
              <a:rPr lang="nl-NL" sz="2000" b="1" dirty="0">
                <a:solidFill>
                  <a:schemeClr val="tx1"/>
                </a:solidFill>
                <a:latin typeface="+mn-lt"/>
                <a:cs typeface="Arial" panose="020B0604020202020204" pitchFamily="34" charset="0"/>
              </a:rPr>
              <a:t>Tekst en 3 afbeelding slide</a:t>
            </a:r>
            <a:endParaRPr lang="en-US" sz="2000" b="1" dirty="0">
              <a:solidFill>
                <a:schemeClr val="tx1"/>
              </a:solidFill>
              <a:latin typeface="+mn-lt"/>
              <a:cs typeface="Arial" panose="020B0604020202020204" pitchFamily="34" charset="0"/>
            </a:endParaRPr>
          </a:p>
        </p:txBody>
      </p:sp>
      <p:sp>
        <p:nvSpPr>
          <p:cNvPr id="14" name="Slide Number Placeholder 5">
            <a:extLst>
              <a:ext uri="{FF2B5EF4-FFF2-40B4-BE49-F238E27FC236}">
                <a16:creationId xmlns:a16="http://schemas.microsoft.com/office/drawing/2014/main" id="{D298E6EB-9C9F-42C7-9A88-763E9F891878}"/>
              </a:ext>
            </a:extLst>
          </p:cNvPr>
          <p:cNvSpPr>
            <a:spLocks noGrp="1"/>
          </p:cNvSpPr>
          <p:nvPr>
            <p:ph type="sldNum" sz="quarter" idx="12"/>
          </p:nvPr>
        </p:nvSpPr>
        <p:spPr>
          <a:xfrm>
            <a:off x="12082657" y="9306717"/>
            <a:ext cx="1001264" cy="547688"/>
          </a:xfrm>
        </p:spPr>
        <p:txBody>
          <a:bodyPr/>
          <a:lstStyle>
            <a:lvl1pPr>
              <a:defRPr>
                <a:solidFill>
                  <a:schemeClr val="bg1"/>
                </a:solidFill>
              </a:defRPr>
            </a:lvl1pPr>
          </a:lstStyle>
          <a:p>
            <a:fld id="{B7527A74-2D87-4307-9531-5A57D9647EEB}" type="slidenum">
              <a:rPr lang="nl-BE" smtClean="0"/>
              <a:pPr/>
              <a:t>‹#›</a:t>
            </a:fld>
            <a:endParaRPr lang="nl-BE" dirty="0"/>
          </a:p>
        </p:txBody>
      </p:sp>
    </p:spTree>
    <p:extLst>
      <p:ext uri="{BB962C8B-B14F-4D97-AF65-F5344CB8AC3E}">
        <p14:creationId xmlns:p14="http://schemas.microsoft.com/office/powerpoint/2010/main" val="2641883746"/>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4762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29" Type="http://schemas.openxmlformats.org/officeDocument/2006/relationships/image" Target="../media/image14.sv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image" Target="../media/image13.png"/><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18" Type="http://schemas.openxmlformats.org/officeDocument/2006/relationships/slideLayout" Target="../slideLayouts/slideLayout70.xml"/><Relationship Id="rId26" Type="http://schemas.openxmlformats.org/officeDocument/2006/relationships/slideLayout" Target="../slideLayouts/slideLayout78.xml"/><Relationship Id="rId3" Type="http://schemas.openxmlformats.org/officeDocument/2006/relationships/slideLayout" Target="../slideLayouts/slideLayout55.xml"/><Relationship Id="rId21" Type="http://schemas.openxmlformats.org/officeDocument/2006/relationships/slideLayout" Target="../slideLayouts/slideLayout73.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17" Type="http://schemas.openxmlformats.org/officeDocument/2006/relationships/slideLayout" Target="../slideLayouts/slideLayout69.xml"/><Relationship Id="rId25" Type="http://schemas.openxmlformats.org/officeDocument/2006/relationships/slideLayout" Target="../slideLayouts/slideLayout77.xml"/><Relationship Id="rId2" Type="http://schemas.openxmlformats.org/officeDocument/2006/relationships/slideLayout" Target="../slideLayouts/slideLayout54.xml"/><Relationship Id="rId16" Type="http://schemas.openxmlformats.org/officeDocument/2006/relationships/slideLayout" Target="../slideLayouts/slideLayout68.xml"/><Relationship Id="rId20" Type="http://schemas.openxmlformats.org/officeDocument/2006/relationships/slideLayout" Target="../slideLayouts/slideLayout72.xml"/><Relationship Id="rId29" Type="http://schemas.openxmlformats.org/officeDocument/2006/relationships/image" Target="../media/image14.svg"/><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24" Type="http://schemas.openxmlformats.org/officeDocument/2006/relationships/slideLayout" Target="../slideLayouts/slideLayout76.xml"/><Relationship Id="rId5" Type="http://schemas.openxmlformats.org/officeDocument/2006/relationships/slideLayout" Target="../slideLayouts/slideLayout57.xml"/><Relationship Id="rId15" Type="http://schemas.openxmlformats.org/officeDocument/2006/relationships/slideLayout" Target="../slideLayouts/slideLayout67.xml"/><Relationship Id="rId23" Type="http://schemas.openxmlformats.org/officeDocument/2006/relationships/slideLayout" Target="../slideLayouts/slideLayout75.xml"/><Relationship Id="rId28" Type="http://schemas.openxmlformats.org/officeDocument/2006/relationships/image" Target="../media/image13.png"/><Relationship Id="rId10" Type="http://schemas.openxmlformats.org/officeDocument/2006/relationships/slideLayout" Target="../slideLayouts/slideLayout62.xml"/><Relationship Id="rId19" Type="http://schemas.openxmlformats.org/officeDocument/2006/relationships/slideLayout" Target="../slideLayouts/slideLayout71.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slideLayout" Target="../slideLayouts/slideLayout66.xml"/><Relationship Id="rId22" Type="http://schemas.openxmlformats.org/officeDocument/2006/relationships/slideLayout" Target="../slideLayouts/slideLayout74.xml"/><Relationship Id="rId2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C71E187-E4DA-41C1-93D3-90841C153AB8}"/>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noProof="0"/>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50C8E215-5F44-451C-BA9C-4DA6C9B8BA97}" type="datetime1">
              <a:rPr lang="en-US" noProof="0" smtClean="0"/>
              <a:t>11/6/2024</a:t>
            </a:fld>
            <a:endParaRPr lang="nl-BE" noProof="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noProof="0"/>
              <a:t>AI Applied maths - Introduction to the course</a:t>
            </a:r>
            <a:endParaRPr lang="nl-BE" noProof="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noProof="0" smtClean="0"/>
              <a:t>‹#›</a:t>
            </a:fld>
            <a:endParaRPr lang="nl-BE" noProof="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Afbeelding 314">
            <a:extLst>
              <a:ext uri="{FF2B5EF4-FFF2-40B4-BE49-F238E27FC236}">
                <a16:creationId xmlns:a16="http://schemas.microsoft.com/office/drawing/2014/main" id="{3BF46849-40DA-4360-9135-DC7B3200D2D2}"/>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15988887" y="9145588"/>
            <a:ext cx="1841761" cy="943903"/>
          </a:xfrm>
          <a:prstGeom prst="rect">
            <a:avLst/>
          </a:prstGeom>
        </p:spPr>
      </p:pic>
    </p:spTree>
    <p:extLst>
      <p:ext uri="{BB962C8B-B14F-4D97-AF65-F5344CB8AC3E}">
        <p14:creationId xmlns:p14="http://schemas.microsoft.com/office/powerpoint/2010/main" val="2587856834"/>
      </p:ext>
    </p:extLst>
  </p:cSld>
  <p:clrMap bg1="lt1" tx1="dk1" bg2="lt2" tx2="dk2" accent1="accent1" accent2="accent2" accent3="accent3" accent4="accent4" accent5="accent5" accent6="accent6" hlink="hlink" folHlink="folHlink"/>
  <p:sldLayoutIdLst>
    <p:sldLayoutId id="2147483707" r:id="rId1"/>
    <p:sldLayoutId id="2147483673" r:id="rId2"/>
    <p:sldLayoutId id="2147483686" r:id="rId3"/>
    <p:sldLayoutId id="2147483708" r:id="rId4"/>
    <p:sldLayoutId id="2147483709" r:id="rId5"/>
    <p:sldLayoutId id="2147483684" r:id="rId6"/>
    <p:sldLayoutId id="2147483696" r:id="rId7"/>
    <p:sldLayoutId id="2147483688" r:id="rId8"/>
    <p:sldLayoutId id="2147483706" r:id="rId9"/>
    <p:sldLayoutId id="2147483697" r:id="rId10"/>
    <p:sldLayoutId id="2147483703" r:id="rId11"/>
    <p:sldLayoutId id="2147483687" r:id="rId12"/>
    <p:sldLayoutId id="2147483702" r:id="rId13"/>
    <p:sldLayoutId id="2147483693" r:id="rId14"/>
    <p:sldLayoutId id="2147483705" r:id="rId15"/>
    <p:sldLayoutId id="2147483698" r:id="rId16"/>
    <p:sldLayoutId id="2147483694" r:id="rId17"/>
    <p:sldLayoutId id="2147483699" r:id="rId18"/>
    <p:sldLayoutId id="2147483695" r:id="rId19"/>
    <p:sldLayoutId id="2147483700" r:id="rId20"/>
    <p:sldLayoutId id="2147483691" r:id="rId21"/>
    <p:sldLayoutId id="2147483704" r:id="rId22"/>
    <p:sldLayoutId id="2147483689" r:id="rId23"/>
    <p:sldLayoutId id="2147483692" r:id="rId24"/>
    <p:sldLayoutId id="2147483685" r:id="rId25"/>
    <p:sldLayoutId id="2147483764"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userDrawn="1">
          <p15:clr>
            <a:srgbClr val="5ACBF0"/>
          </p15:clr>
        </p15:guide>
        <p15:guide id="2" pos="11094" userDrawn="1">
          <p15:clr>
            <a:srgbClr val="5ACBF0"/>
          </p15:clr>
        </p15:guide>
        <p15:guide id="3" pos="5877" userDrawn="1">
          <p15:clr>
            <a:srgbClr val="5ACBF0"/>
          </p15:clr>
        </p15:guide>
        <p15:guide id="4" orient="horz" pos="1475" userDrawn="1">
          <p15:clr>
            <a:srgbClr val="5ACBF0"/>
          </p15:clr>
        </p15:guide>
        <p15:guide id="5" orient="horz" pos="5327" userDrawn="1">
          <p15:clr>
            <a:srgbClr val="5ACBF0"/>
          </p15:clr>
        </p15:guide>
        <p15:guide id="6" orient="horz" pos="5765" userDrawn="1">
          <p15:clr>
            <a:srgbClr val="5ACBF0"/>
          </p15:clr>
        </p15:guide>
        <p15:guide id="7" orient="horz" pos="1037" userDrawn="1">
          <p15:clr>
            <a:srgbClr val="5ACBF0"/>
          </p15:clr>
        </p15:guide>
        <p15:guide id="8" orient="horz" pos="3392"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6" name="balk onderaan">
            <a:extLst>
              <a:ext uri="{FF2B5EF4-FFF2-40B4-BE49-F238E27FC236}">
                <a16:creationId xmlns:a16="http://schemas.microsoft.com/office/drawing/2014/main" id="{FDF2FF41-9D14-4CCF-A57E-BD51DB27A649}"/>
              </a:ext>
            </a:extLst>
          </p:cNvPr>
          <p:cNvSpPr/>
          <p:nvPr userDrawn="1"/>
        </p:nvSpPr>
        <p:spPr>
          <a:xfrm>
            <a:off x="-7144" y="9305925"/>
            <a:ext cx="15988888" cy="548480"/>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988888" h="548480">
                <a:moveTo>
                  <a:pt x="0" y="547688"/>
                </a:moveTo>
                <a:cubicBezTo>
                  <a:pt x="794" y="365125"/>
                  <a:pt x="1587" y="182563"/>
                  <a:pt x="2381" y="0"/>
                </a:cubicBezTo>
                <a:lnTo>
                  <a:pt x="15802408" y="792"/>
                </a:lnTo>
                <a:lnTo>
                  <a:pt x="15988888" y="206"/>
                </a:lnTo>
                <a:lnTo>
                  <a:pt x="15802408" y="548480"/>
                </a:lnTo>
                <a:lnTo>
                  <a:pt x="0" y="547688"/>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GB"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en-GB" noProof="0"/>
              <a:t>Tekststijl van het model bewerken</a:t>
            </a:r>
          </a:p>
          <a:p>
            <a:pPr lvl="1"/>
            <a:r>
              <a:rPr lang="en-GB" noProof="0"/>
              <a:t>Tweede niveau</a:t>
            </a:r>
          </a:p>
          <a:p>
            <a:pPr lvl="2"/>
            <a:r>
              <a:rPr lang="en-GB" noProof="0"/>
              <a:t>Derde niveau</a:t>
            </a:r>
          </a:p>
          <a:p>
            <a:pPr lvl="3"/>
            <a:r>
              <a:rPr lang="en-GB" noProof="0"/>
              <a:t>Vierde niveau</a:t>
            </a:r>
          </a:p>
          <a:p>
            <a:pPr lvl="4"/>
            <a:r>
              <a:rPr lang="en-GB"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DD5E9B05-860A-4510-8E32-7CD4C27F778B}" type="datetime1">
              <a:rPr lang="en-US" smtClean="0"/>
              <a:t>11/6/2024</a:t>
            </a:fld>
            <a:endParaRPr lang="nl-BE"/>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Tree>
    <p:extLst>
      <p:ext uri="{BB962C8B-B14F-4D97-AF65-F5344CB8AC3E}">
        <p14:creationId xmlns:p14="http://schemas.microsoft.com/office/powerpoint/2010/main" val="4172784495"/>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 id="2147483725" r:id="rId15"/>
    <p:sldLayoutId id="2147483726" r:id="rId16"/>
    <p:sldLayoutId id="2147483727" r:id="rId17"/>
    <p:sldLayoutId id="2147483728" r:id="rId18"/>
    <p:sldLayoutId id="2147483729" r:id="rId19"/>
    <p:sldLayoutId id="2147483730" r:id="rId20"/>
    <p:sldLayoutId id="2147483731" r:id="rId21"/>
    <p:sldLayoutId id="2147483732" r:id="rId22"/>
    <p:sldLayoutId id="2147483733" r:id="rId23"/>
    <p:sldLayoutId id="2147483734" r:id="rId24"/>
    <p:sldLayoutId id="2147483735" r:id="rId25"/>
    <p:sldLayoutId id="2147483762"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18" name="balk onderaan">
            <a:extLst>
              <a:ext uri="{FF2B5EF4-FFF2-40B4-BE49-F238E27FC236}">
                <a16:creationId xmlns:a16="http://schemas.microsoft.com/office/drawing/2014/main" id="{1C347D43-E018-4735-A7B3-BBD71DCA569C}"/>
              </a:ext>
            </a:extLst>
          </p:cNvPr>
          <p:cNvSpPr/>
          <p:nvPr userDrawn="1"/>
        </p:nvSpPr>
        <p:spPr>
          <a:xfrm>
            <a:off x="-5644" y="9306131"/>
            <a:ext cx="13481537" cy="552245"/>
          </a:xfrm>
          <a:custGeom>
            <a:avLst/>
            <a:gdLst>
              <a:gd name="connsiteX0" fmla="*/ 0 w 15948660"/>
              <a:gd name="connsiteY0" fmla="*/ 0 h 547688"/>
              <a:gd name="connsiteX1" fmla="*/ 15948660 w 15948660"/>
              <a:gd name="connsiteY1" fmla="*/ 0 h 547688"/>
              <a:gd name="connsiteX2" fmla="*/ 15948660 w 15948660"/>
              <a:gd name="connsiteY2" fmla="*/ 547688 h 547688"/>
              <a:gd name="connsiteX3" fmla="*/ 0 w 15948660"/>
              <a:gd name="connsiteY3" fmla="*/ 547688 h 547688"/>
              <a:gd name="connsiteX4" fmla="*/ 0 w 15948660"/>
              <a:gd name="connsiteY4" fmla="*/ 0 h 547688"/>
              <a:gd name="connsiteX0" fmla="*/ 0 w 15948660"/>
              <a:gd name="connsiteY0" fmla="*/ 0 h 547688"/>
              <a:gd name="connsiteX1" fmla="*/ 15948660 w 15948660"/>
              <a:gd name="connsiteY1" fmla="*/ 0 h 547688"/>
              <a:gd name="connsiteX2" fmla="*/ 15946734 w 15948660"/>
              <a:gd name="connsiteY2" fmla="*/ 165212 h 547688"/>
              <a:gd name="connsiteX3" fmla="*/ 15948660 w 15948660"/>
              <a:gd name="connsiteY3" fmla="*/ 547688 h 547688"/>
              <a:gd name="connsiteX4" fmla="*/ 0 w 15948660"/>
              <a:gd name="connsiteY4" fmla="*/ 547688 h 547688"/>
              <a:gd name="connsiteX5" fmla="*/ 0 w 15948660"/>
              <a:gd name="connsiteY5" fmla="*/ 0 h 547688"/>
              <a:gd name="connsiteX0" fmla="*/ 0 w 16140165"/>
              <a:gd name="connsiteY0" fmla="*/ 0 h 547688"/>
              <a:gd name="connsiteX1" fmla="*/ 15948660 w 16140165"/>
              <a:gd name="connsiteY1" fmla="*/ 0 h 547688"/>
              <a:gd name="connsiteX2" fmla="*/ 16140165 w 16140165"/>
              <a:gd name="connsiteY2" fmla="*/ 1926 h 547688"/>
              <a:gd name="connsiteX3" fmla="*/ 15948660 w 16140165"/>
              <a:gd name="connsiteY3" fmla="*/ 547688 h 547688"/>
              <a:gd name="connsiteX4" fmla="*/ 0 w 16140165"/>
              <a:gd name="connsiteY4" fmla="*/ 547688 h 547688"/>
              <a:gd name="connsiteX5" fmla="*/ 0 w 16140165"/>
              <a:gd name="connsiteY5" fmla="*/ 0 h 547688"/>
              <a:gd name="connsiteX0" fmla="*/ 0 w 16097459"/>
              <a:gd name="connsiteY0" fmla="*/ 0 h 547688"/>
              <a:gd name="connsiteX1" fmla="*/ 15948660 w 16097459"/>
              <a:gd name="connsiteY1" fmla="*/ 0 h 547688"/>
              <a:gd name="connsiteX2" fmla="*/ 16097459 w 16097459"/>
              <a:gd name="connsiteY2" fmla="*/ 122506 h 547688"/>
              <a:gd name="connsiteX3" fmla="*/ 15948660 w 16097459"/>
              <a:gd name="connsiteY3" fmla="*/ 547688 h 547688"/>
              <a:gd name="connsiteX4" fmla="*/ 0 w 16097459"/>
              <a:gd name="connsiteY4" fmla="*/ 547688 h 547688"/>
              <a:gd name="connsiteX5" fmla="*/ 0 w 16097459"/>
              <a:gd name="connsiteY5" fmla="*/ 0 h 547688"/>
              <a:gd name="connsiteX0" fmla="*/ 0 w 16135140"/>
              <a:gd name="connsiteY0" fmla="*/ 586 h 548274"/>
              <a:gd name="connsiteX1" fmla="*/ 15948660 w 16135140"/>
              <a:gd name="connsiteY1" fmla="*/ 586 h 548274"/>
              <a:gd name="connsiteX2" fmla="*/ 16135140 w 16135140"/>
              <a:gd name="connsiteY2" fmla="*/ 0 h 548274"/>
              <a:gd name="connsiteX3" fmla="*/ 15948660 w 16135140"/>
              <a:gd name="connsiteY3" fmla="*/ 548274 h 548274"/>
              <a:gd name="connsiteX4" fmla="*/ 0 w 16135140"/>
              <a:gd name="connsiteY4" fmla="*/ 548274 h 548274"/>
              <a:gd name="connsiteX5" fmla="*/ 0 w 16135140"/>
              <a:gd name="connsiteY5" fmla="*/ 586 h 548274"/>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0 w 16135140"/>
              <a:gd name="connsiteY5" fmla="*/ 548480 h 548480"/>
              <a:gd name="connsiteX6" fmla="*/ 0 w 16135140"/>
              <a:gd name="connsiteY6" fmla="*/ 792 h 548480"/>
              <a:gd name="connsiteX0" fmla="*/ 0 w 16135140"/>
              <a:gd name="connsiteY0" fmla="*/ 792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7" fmla="*/ 0 w 16135140"/>
              <a:gd name="connsiteY7" fmla="*/ 792 h 548480"/>
              <a:gd name="connsiteX0" fmla="*/ 0 w 16135140"/>
              <a:gd name="connsiteY0" fmla="*/ 548480 h 548480"/>
              <a:gd name="connsiteX1" fmla="*/ 148633 w 16135140"/>
              <a:gd name="connsiteY1" fmla="*/ 0 h 548480"/>
              <a:gd name="connsiteX2" fmla="*/ 15948660 w 16135140"/>
              <a:gd name="connsiteY2" fmla="*/ 792 h 548480"/>
              <a:gd name="connsiteX3" fmla="*/ 16135140 w 16135140"/>
              <a:gd name="connsiteY3" fmla="*/ 206 h 548480"/>
              <a:gd name="connsiteX4" fmla="*/ 15948660 w 16135140"/>
              <a:gd name="connsiteY4" fmla="*/ 548480 h 548480"/>
              <a:gd name="connsiteX5" fmla="*/ 146252 w 16135140"/>
              <a:gd name="connsiteY5" fmla="*/ 547688 h 548480"/>
              <a:gd name="connsiteX6" fmla="*/ 0 w 16135140"/>
              <a:gd name="connsiteY6" fmla="*/ 548480 h 548480"/>
              <a:gd name="connsiteX0" fmla="*/ 0 w 15988888"/>
              <a:gd name="connsiteY0" fmla="*/ 547688 h 548480"/>
              <a:gd name="connsiteX1" fmla="*/ 2381 w 15988888"/>
              <a:gd name="connsiteY1" fmla="*/ 0 h 548480"/>
              <a:gd name="connsiteX2" fmla="*/ 15802408 w 15988888"/>
              <a:gd name="connsiteY2" fmla="*/ 792 h 548480"/>
              <a:gd name="connsiteX3" fmla="*/ 15988888 w 15988888"/>
              <a:gd name="connsiteY3" fmla="*/ 206 h 548480"/>
              <a:gd name="connsiteX4" fmla="*/ 15802408 w 15988888"/>
              <a:gd name="connsiteY4" fmla="*/ 548480 h 548480"/>
              <a:gd name="connsiteX5" fmla="*/ 0 w 15988888"/>
              <a:gd name="connsiteY5" fmla="*/ 547688 h 548480"/>
              <a:gd name="connsiteX0" fmla="*/ 0 w 15988888"/>
              <a:gd name="connsiteY0" fmla="*/ 547482 h 548274"/>
              <a:gd name="connsiteX1" fmla="*/ 2507456 w 15988888"/>
              <a:gd name="connsiteY1" fmla="*/ 2176 h 548274"/>
              <a:gd name="connsiteX2" fmla="*/ 15802408 w 15988888"/>
              <a:gd name="connsiteY2" fmla="*/ 586 h 548274"/>
              <a:gd name="connsiteX3" fmla="*/ 15988888 w 15988888"/>
              <a:gd name="connsiteY3" fmla="*/ 0 h 548274"/>
              <a:gd name="connsiteX4" fmla="*/ 15802408 w 15988888"/>
              <a:gd name="connsiteY4" fmla="*/ 548274 h 548274"/>
              <a:gd name="connsiteX5" fmla="*/ 0 w 15988888"/>
              <a:gd name="connsiteY5" fmla="*/ 547482 h 54827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7196 w 13481484"/>
              <a:gd name="connsiteY5" fmla="*/ 549864 h 549864"/>
              <a:gd name="connsiteX0" fmla="*/ 7196 w 13481484"/>
              <a:gd name="connsiteY0" fmla="*/ 549864 h 549864"/>
              <a:gd name="connsiteX1" fmla="*/ 52 w 13481484"/>
              <a:gd name="connsiteY1" fmla="*/ 2176 h 549864"/>
              <a:gd name="connsiteX2" fmla="*/ 13295004 w 13481484"/>
              <a:gd name="connsiteY2" fmla="*/ 586 h 549864"/>
              <a:gd name="connsiteX3" fmla="*/ 13481484 w 13481484"/>
              <a:gd name="connsiteY3" fmla="*/ 0 h 549864"/>
              <a:gd name="connsiteX4" fmla="*/ 13295004 w 13481484"/>
              <a:gd name="connsiteY4" fmla="*/ 548274 h 549864"/>
              <a:gd name="connsiteX5" fmla="*/ 4394234 w 13481484"/>
              <a:gd name="connsiteY5" fmla="*/ 549863 h 549864"/>
              <a:gd name="connsiteX6" fmla="*/ 7196 w 13481484"/>
              <a:gd name="connsiteY6" fmla="*/ 549864 h 549864"/>
              <a:gd name="connsiteX0" fmla="*/ 2486 w 13481537"/>
              <a:gd name="connsiteY0" fmla="*/ 552245 h 552245"/>
              <a:gd name="connsiteX1" fmla="*/ 105 w 13481537"/>
              <a:gd name="connsiteY1" fmla="*/ 2176 h 552245"/>
              <a:gd name="connsiteX2" fmla="*/ 13295057 w 13481537"/>
              <a:gd name="connsiteY2" fmla="*/ 586 h 552245"/>
              <a:gd name="connsiteX3" fmla="*/ 13481537 w 13481537"/>
              <a:gd name="connsiteY3" fmla="*/ 0 h 552245"/>
              <a:gd name="connsiteX4" fmla="*/ 13295057 w 13481537"/>
              <a:gd name="connsiteY4" fmla="*/ 548274 h 552245"/>
              <a:gd name="connsiteX5" fmla="*/ 4394287 w 13481537"/>
              <a:gd name="connsiteY5" fmla="*/ 549863 h 552245"/>
              <a:gd name="connsiteX6" fmla="*/ 2486 w 13481537"/>
              <a:gd name="connsiteY6" fmla="*/ 552245 h 552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481537" h="552245">
                <a:moveTo>
                  <a:pt x="2486" y="552245"/>
                </a:moveTo>
                <a:cubicBezTo>
                  <a:pt x="3280" y="369682"/>
                  <a:pt x="-689" y="184739"/>
                  <a:pt x="105" y="2176"/>
                </a:cubicBezTo>
                <a:lnTo>
                  <a:pt x="13295057" y="586"/>
                </a:lnTo>
                <a:lnTo>
                  <a:pt x="13481537" y="0"/>
                </a:lnTo>
                <a:lnTo>
                  <a:pt x="13295057" y="548274"/>
                </a:lnTo>
                <a:lnTo>
                  <a:pt x="4394287" y="549863"/>
                </a:lnTo>
                <a:lnTo>
                  <a:pt x="2486" y="552245"/>
                </a:lnTo>
                <a:close/>
              </a:path>
            </a:pathLst>
          </a:custGeom>
          <a:solidFill>
            <a:srgbClr val="44C8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highlight>
                <a:srgbClr val="FFFF00"/>
              </a:highlight>
            </a:endParaRPr>
          </a:p>
        </p:txBody>
      </p:sp>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nl-BE" noProof="0"/>
              <a:t>Klik om stijl te bewerken</a:t>
            </a:r>
          </a:p>
        </p:txBody>
      </p:sp>
      <p:sp>
        <p:nvSpPr>
          <p:cNvPr id="3" name="Text Placeholder 2"/>
          <p:cNvSpPr>
            <a:spLocks noGrp="1"/>
          </p:cNvSpPr>
          <p:nvPr>
            <p:ph type="body" idx="1"/>
          </p:nvPr>
        </p:nvSpPr>
        <p:spPr>
          <a:xfrm>
            <a:off x="1047749" y="2337516"/>
            <a:ext cx="15773400" cy="6527007"/>
          </a:xfrm>
          <a:prstGeom prst="rect">
            <a:avLst/>
          </a:prstGeom>
        </p:spPr>
        <p:txBody>
          <a:bodyPr vert="horz" lIns="91440" tIns="45720" rIns="91440" bIns="45720" rtlCol="0">
            <a:noAutofit/>
          </a:bodyPr>
          <a:lstStyle/>
          <a:p>
            <a:pPr lvl="0"/>
            <a:r>
              <a:rPr lang="nl-BE" noProof="0"/>
              <a:t>Tekststijl van het model bewerken</a:t>
            </a:r>
          </a:p>
          <a:p>
            <a:pPr lvl="1"/>
            <a:r>
              <a:rPr lang="nl-BE" noProof="0"/>
              <a:t>Tweede niveau</a:t>
            </a:r>
          </a:p>
          <a:p>
            <a:pPr lvl="2"/>
            <a:r>
              <a:rPr lang="nl-BE" noProof="0"/>
              <a:t>Derde niveau</a:t>
            </a:r>
          </a:p>
          <a:p>
            <a:pPr lvl="3"/>
            <a:r>
              <a:rPr lang="nl-BE" noProof="0"/>
              <a:t>Vierde niveau</a:t>
            </a:r>
          </a:p>
          <a:p>
            <a:pPr lvl="4"/>
            <a:r>
              <a:rPr lang="nl-BE" noProof="0"/>
              <a:t>Vijfde niveau</a:t>
            </a:r>
          </a:p>
        </p:txBody>
      </p:sp>
      <p:sp>
        <p:nvSpPr>
          <p:cNvPr id="4" name="Date Placeholder 3"/>
          <p:cNvSpPr>
            <a:spLocks noGrp="1"/>
          </p:cNvSpPr>
          <p:nvPr>
            <p:ph type="dt" sz="half" idx="2"/>
          </p:nvPr>
        </p:nvSpPr>
        <p:spPr>
          <a:xfrm>
            <a:off x="1057275" y="9306717"/>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4B13216C-F497-49AA-BEA6-B741E2AD5D8B}" type="datetime1">
              <a:rPr lang="en-US" smtClean="0"/>
              <a:t>11/6/2024</a:t>
            </a:fld>
            <a:endParaRPr lang="nl-BE" dirty="0"/>
          </a:p>
        </p:txBody>
      </p:sp>
      <p:sp>
        <p:nvSpPr>
          <p:cNvPr id="5" name="Footer Placeholder 4"/>
          <p:cNvSpPr>
            <a:spLocks noGrp="1"/>
          </p:cNvSpPr>
          <p:nvPr>
            <p:ph type="ftr" sz="quarter" idx="3"/>
          </p:nvPr>
        </p:nvSpPr>
        <p:spPr>
          <a:xfrm>
            <a:off x="5729289" y="9306717"/>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US"/>
              <a:t>AI Applied maths - Introduction to the course</a:t>
            </a:r>
            <a:endParaRPr lang="nl-BE" dirty="0"/>
          </a:p>
        </p:txBody>
      </p:sp>
      <p:sp>
        <p:nvSpPr>
          <p:cNvPr id="6" name="Slide Number Placeholder 5"/>
          <p:cNvSpPr>
            <a:spLocks noGrp="1"/>
          </p:cNvSpPr>
          <p:nvPr>
            <p:ph type="sldNum" sz="quarter" idx="4"/>
          </p:nvPr>
        </p:nvSpPr>
        <p:spPr>
          <a:xfrm>
            <a:off x="11901489" y="9306717"/>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7527A74-2D87-4307-9531-5A57D9647EEB}" type="slidenum">
              <a:rPr lang="nl-BE" smtClean="0"/>
              <a:t>‹#›</a:t>
            </a:fld>
            <a:endParaRPr lang="nl-BE" dirty="0"/>
          </a:p>
        </p:txBody>
      </p:sp>
      <p:grpSp>
        <p:nvGrpSpPr>
          <p:cNvPr id="152" name="Groep 151" hidden="1">
            <a:extLst>
              <a:ext uri="{FF2B5EF4-FFF2-40B4-BE49-F238E27FC236}">
                <a16:creationId xmlns:a16="http://schemas.microsoft.com/office/drawing/2014/main" id="{96D591AC-52D8-450B-929B-963FCE587E09}"/>
              </a:ext>
            </a:extLst>
          </p:cNvPr>
          <p:cNvGrpSpPr/>
          <p:nvPr userDrawn="1"/>
        </p:nvGrpSpPr>
        <p:grpSpPr>
          <a:xfrm>
            <a:off x="9527" y="947736"/>
            <a:ext cx="17611724" cy="8907104"/>
            <a:chOff x="9527" y="947736"/>
            <a:chExt cx="17611724" cy="8907104"/>
          </a:xfrm>
        </p:grpSpPr>
        <p:sp>
          <p:nvSpPr>
            <p:cNvPr id="7" name="Rechthoek 6">
              <a:extLst>
                <a:ext uri="{FF2B5EF4-FFF2-40B4-BE49-F238E27FC236}">
                  <a16:creationId xmlns:a16="http://schemas.microsoft.com/office/drawing/2014/main" id="{5B1AEF50-9B49-4815-9BCD-F811CCBDE96D}"/>
                </a:ext>
              </a:extLst>
            </p:cNvPr>
            <p:cNvSpPr/>
            <p:nvPr userDrawn="1"/>
          </p:nvSpPr>
          <p:spPr>
            <a:xfrm>
              <a:off x="10477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 name="Rechthoek 7">
              <a:extLst>
                <a:ext uri="{FF2B5EF4-FFF2-40B4-BE49-F238E27FC236}">
                  <a16:creationId xmlns:a16="http://schemas.microsoft.com/office/drawing/2014/main" id="{0013E965-4C91-4629-BCBA-309E276519D8}"/>
                </a:ext>
              </a:extLst>
            </p:cNvPr>
            <p:cNvSpPr/>
            <p:nvPr userDrawn="1"/>
          </p:nvSpPr>
          <p:spPr>
            <a:xfrm>
              <a:off x="24383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 name="Rechthoek 8">
              <a:extLst>
                <a:ext uri="{FF2B5EF4-FFF2-40B4-BE49-F238E27FC236}">
                  <a16:creationId xmlns:a16="http://schemas.microsoft.com/office/drawing/2014/main" id="{047CC3E9-FE23-40FA-9105-06386A47988D}"/>
                </a:ext>
              </a:extLst>
            </p:cNvPr>
            <p:cNvSpPr/>
            <p:nvPr userDrawn="1"/>
          </p:nvSpPr>
          <p:spPr>
            <a:xfrm>
              <a:off x="38290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 name="Rechthoek 9">
              <a:extLst>
                <a:ext uri="{FF2B5EF4-FFF2-40B4-BE49-F238E27FC236}">
                  <a16:creationId xmlns:a16="http://schemas.microsoft.com/office/drawing/2014/main" id="{704AFB39-29E5-466B-8080-603EA16E9769}"/>
                </a:ext>
              </a:extLst>
            </p:cNvPr>
            <p:cNvSpPr/>
            <p:nvPr userDrawn="1"/>
          </p:nvSpPr>
          <p:spPr>
            <a:xfrm>
              <a:off x="52196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 name="Rechthoek 10">
              <a:extLst>
                <a:ext uri="{FF2B5EF4-FFF2-40B4-BE49-F238E27FC236}">
                  <a16:creationId xmlns:a16="http://schemas.microsoft.com/office/drawing/2014/main" id="{DE95F01D-AC89-4487-8D71-820D19C2A798}"/>
                </a:ext>
              </a:extLst>
            </p:cNvPr>
            <p:cNvSpPr/>
            <p:nvPr userDrawn="1"/>
          </p:nvSpPr>
          <p:spPr>
            <a:xfrm>
              <a:off x="66103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 name="Rechthoek 11">
              <a:extLst>
                <a:ext uri="{FF2B5EF4-FFF2-40B4-BE49-F238E27FC236}">
                  <a16:creationId xmlns:a16="http://schemas.microsoft.com/office/drawing/2014/main" id="{8EE87473-DF20-454E-956D-868992DD95E3}"/>
                </a:ext>
              </a:extLst>
            </p:cNvPr>
            <p:cNvSpPr/>
            <p:nvPr userDrawn="1"/>
          </p:nvSpPr>
          <p:spPr>
            <a:xfrm>
              <a:off x="80009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 name="Rechthoek 12">
              <a:extLst>
                <a:ext uri="{FF2B5EF4-FFF2-40B4-BE49-F238E27FC236}">
                  <a16:creationId xmlns:a16="http://schemas.microsoft.com/office/drawing/2014/main" id="{874F403E-C1C5-49A1-AB1E-D952ECD1A3C0}"/>
                </a:ext>
              </a:extLst>
            </p:cNvPr>
            <p:cNvSpPr/>
            <p:nvPr userDrawn="1"/>
          </p:nvSpPr>
          <p:spPr>
            <a:xfrm>
              <a:off x="93916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 name="Rechthoek 13">
              <a:extLst>
                <a:ext uri="{FF2B5EF4-FFF2-40B4-BE49-F238E27FC236}">
                  <a16:creationId xmlns:a16="http://schemas.microsoft.com/office/drawing/2014/main" id="{C9E884AD-0FEF-4BD2-A998-8599C8373C3C}"/>
                </a:ext>
              </a:extLst>
            </p:cNvPr>
            <p:cNvSpPr/>
            <p:nvPr userDrawn="1"/>
          </p:nvSpPr>
          <p:spPr>
            <a:xfrm>
              <a:off x="107822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 name="Rechthoek 14">
              <a:extLst>
                <a:ext uri="{FF2B5EF4-FFF2-40B4-BE49-F238E27FC236}">
                  <a16:creationId xmlns:a16="http://schemas.microsoft.com/office/drawing/2014/main" id="{D256C055-1080-43A4-B77B-BE6AF35B62D4}"/>
                </a:ext>
              </a:extLst>
            </p:cNvPr>
            <p:cNvSpPr/>
            <p:nvPr userDrawn="1"/>
          </p:nvSpPr>
          <p:spPr>
            <a:xfrm>
              <a:off x="121729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6" name="Rechthoek 15">
              <a:extLst>
                <a:ext uri="{FF2B5EF4-FFF2-40B4-BE49-F238E27FC236}">
                  <a16:creationId xmlns:a16="http://schemas.microsoft.com/office/drawing/2014/main" id="{49150C84-EC4E-49DC-A50B-8CB65A5B4E38}"/>
                </a:ext>
              </a:extLst>
            </p:cNvPr>
            <p:cNvSpPr/>
            <p:nvPr userDrawn="1"/>
          </p:nvSpPr>
          <p:spPr>
            <a:xfrm>
              <a:off x="135635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7" name="Rechthoek 16">
              <a:extLst>
                <a:ext uri="{FF2B5EF4-FFF2-40B4-BE49-F238E27FC236}">
                  <a16:creationId xmlns:a16="http://schemas.microsoft.com/office/drawing/2014/main" id="{768696D7-C9AD-4261-951F-6EEC883DEF55}"/>
                </a:ext>
              </a:extLst>
            </p:cNvPr>
            <p:cNvSpPr/>
            <p:nvPr userDrawn="1"/>
          </p:nvSpPr>
          <p:spPr>
            <a:xfrm>
              <a:off x="1495424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8" name="Rechthoek 17">
              <a:extLst>
                <a:ext uri="{FF2B5EF4-FFF2-40B4-BE49-F238E27FC236}">
                  <a16:creationId xmlns:a16="http://schemas.microsoft.com/office/drawing/2014/main" id="{4F32DDC9-5209-4AF1-94DC-0436FEBA7E19}"/>
                </a:ext>
              </a:extLst>
            </p:cNvPr>
            <p:cNvSpPr/>
            <p:nvPr userDrawn="1"/>
          </p:nvSpPr>
          <p:spPr>
            <a:xfrm>
              <a:off x="16344899" y="947736"/>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9" name="Rechthoek 18">
              <a:extLst>
                <a:ext uri="{FF2B5EF4-FFF2-40B4-BE49-F238E27FC236}">
                  <a16:creationId xmlns:a16="http://schemas.microsoft.com/office/drawing/2014/main" id="{FE41BF45-0904-4462-9B83-6771D719E1DC}"/>
                </a:ext>
              </a:extLst>
            </p:cNvPr>
            <p:cNvSpPr/>
            <p:nvPr userDrawn="1"/>
          </p:nvSpPr>
          <p:spPr>
            <a:xfrm>
              <a:off x="10477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0" name="Rechthoek 19">
              <a:extLst>
                <a:ext uri="{FF2B5EF4-FFF2-40B4-BE49-F238E27FC236}">
                  <a16:creationId xmlns:a16="http://schemas.microsoft.com/office/drawing/2014/main" id="{E6E4105E-EDE3-4A6A-9137-9B893F07821C}"/>
                </a:ext>
              </a:extLst>
            </p:cNvPr>
            <p:cNvSpPr/>
            <p:nvPr userDrawn="1"/>
          </p:nvSpPr>
          <p:spPr>
            <a:xfrm>
              <a:off x="24383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1" name="Rechthoek 20">
              <a:extLst>
                <a:ext uri="{FF2B5EF4-FFF2-40B4-BE49-F238E27FC236}">
                  <a16:creationId xmlns:a16="http://schemas.microsoft.com/office/drawing/2014/main" id="{18BD591C-60CB-40FE-A88E-508FADBCFFE2}"/>
                </a:ext>
              </a:extLst>
            </p:cNvPr>
            <p:cNvSpPr/>
            <p:nvPr userDrawn="1"/>
          </p:nvSpPr>
          <p:spPr>
            <a:xfrm>
              <a:off x="38290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2" name="Rechthoek 21">
              <a:extLst>
                <a:ext uri="{FF2B5EF4-FFF2-40B4-BE49-F238E27FC236}">
                  <a16:creationId xmlns:a16="http://schemas.microsoft.com/office/drawing/2014/main" id="{65DAAF1A-E757-47AD-BBA1-2678A21A485D}"/>
                </a:ext>
              </a:extLst>
            </p:cNvPr>
            <p:cNvSpPr/>
            <p:nvPr userDrawn="1"/>
          </p:nvSpPr>
          <p:spPr>
            <a:xfrm>
              <a:off x="52196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3" name="Rechthoek 22">
              <a:extLst>
                <a:ext uri="{FF2B5EF4-FFF2-40B4-BE49-F238E27FC236}">
                  <a16:creationId xmlns:a16="http://schemas.microsoft.com/office/drawing/2014/main" id="{870D86A4-B151-4487-8A41-8610F56D0D9E}"/>
                </a:ext>
              </a:extLst>
            </p:cNvPr>
            <p:cNvSpPr/>
            <p:nvPr userDrawn="1"/>
          </p:nvSpPr>
          <p:spPr>
            <a:xfrm>
              <a:off x="66103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4" name="Rechthoek 23">
              <a:extLst>
                <a:ext uri="{FF2B5EF4-FFF2-40B4-BE49-F238E27FC236}">
                  <a16:creationId xmlns:a16="http://schemas.microsoft.com/office/drawing/2014/main" id="{C4A5E95D-002F-40B3-A01A-A1CD9A8BD77A}"/>
                </a:ext>
              </a:extLst>
            </p:cNvPr>
            <p:cNvSpPr/>
            <p:nvPr userDrawn="1"/>
          </p:nvSpPr>
          <p:spPr>
            <a:xfrm>
              <a:off x="80009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5" name="Rechthoek 24">
              <a:extLst>
                <a:ext uri="{FF2B5EF4-FFF2-40B4-BE49-F238E27FC236}">
                  <a16:creationId xmlns:a16="http://schemas.microsoft.com/office/drawing/2014/main" id="{DD99907A-EAED-43E6-A032-99E0A25FD405}"/>
                </a:ext>
              </a:extLst>
            </p:cNvPr>
            <p:cNvSpPr/>
            <p:nvPr userDrawn="1"/>
          </p:nvSpPr>
          <p:spPr>
            <a:xfrm>
              <a:off x="93916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6" name="Rechthoek 25">
              <a:extLst>
                <a:ext uri="{FF2B5EF4-FFF2-40B4-BE49-F238E27FC236}">
                  <a16:creationId xmlns:a16="http://schemas.microsoft.com/office/drawing/2014/main" id="{AAAA5CBA-E6E7-402A-9803-6AB0B60E3008}"/>
                </a:ext>
              </a:extLst>
            </p:cNvPr>
            <p:cNvSpPr/>
            <p:nvPr userDrawn="1"/>
          </p:nvSpPr>
          <p:spPr>
            <a:xfrm>
              <a:off x="107822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7" name="Rechthoek 26">
              <a:extLst>
                <a:ext uri="{FF2B5EF4-FFF2-40B4-BE49-F238E27FC236}">
                  <a16:creationId xmlns:a16="http://schemas.microsoft.com/office/drawing/2014/main" id="{70C87857-C1F4-4A6A-86EC-D9ABAD3EECFF}"/>
                </a:ext>
              </a:extLst>
            </p:cNvPr>
            <p:cNvSpPr/>
            <p:nvPr userDrawn="1"/>
          </p:nvSpPr>
          <p:spPr>
            <a:xfrm>
              <a:off x="121729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8" name="Rechthoek 27">
              <a:extLst>
                <a:ext uri="{FF2B5EF4-FFF2-40B4-BE49-F238E27FC236}">
                  <a16:creationId xmlns:a16="http://schemas.microsoft.com/office/drawing/2014/main" id="{6AE32341-9677-4F5F-BC1E-F5B8066C8E55}"/>
                </a:ext>
              </a:extLst>
            </p:cNvPr>
            <p:cNvSpPr/>
            <p:nvPr userDrawn="1"/>
          </p:nvSpPr>
          <p:spPr>
            <a:xfrm>
              <a:off x="135635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29" name="Rechthoek 28">
              <a:extLst>
                <a:ext uri="{FF2B5EF4-FFF2-40B4-BE49-F238E27FC236}">
                  <a16:creationId xmlns:a16="http://schemas.microsoft.com/office/drawing/2014/main" id="{790AE487-B602-4996-9005-2FB1EF049A62}"/>
                </a:ext>
              </a:extLst>
            </p:cNvPr>
            <p:cNvSpPr/>
            <p:nvPr userDrawn="1"/>
          </p:nvSpPr>
          <p:spPr>
            <a:xfrm>
              <a:off x="1495424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0" name="Rechthoek 29">
              <a:extLst>
                <a:ext uri="{FF2B5EF4-FFF2-40B4-BE49-F238E27FC236}">
                  <a16:creationId xmlns:a16="http://schemas.microsoft.com/office/drawing/2014/main" id="{A6FCA990-CADB-496F-A578-80BBCEC57B2B}"/>
                </a:ext>
              </a:extLst>
            </p:cNvPr>
            <p:cNvSpPr/>
            <p:nvPr userDrawn="1"/>
          </p:nvSpPr>
          <p:spPr>
            <a:xfrm>
              <a:off x="16344899" y="16437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1" name="Rechthoek 30">
              <a:extLst>
                <a:ext uri="{FF2B5EF4-FFF2-40B4-BE49-F238E27FC236}">
                  <a16:creationId xmlns:a16="http://schemas.microsoft.com/office/drawing/2014/main" id="{480F65BC-7188-441F-8BC1-7B3F9F29B66F}"/>
                </a:ext>
              </a:extLst>
            </p:cNvPr>
            <p:cNvSpPr/>
            <p:nvPr userDrawn="1"/>
          </p:nvSpPr>
          <p:spPr>
            <a:xfrm>
              <a:off x="10477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2" name="Rechthoek 31">
              <a:extLst>
                <a:ext uri="{FF2B5EF4-FFF2-40B4-BE49-F238E27FC236}">
                  <a16:creationId xmlns:a16="http://schemas.microsoft.com/office/drawing/2014/main" id="{9BFD8BBE-5047-424E-871B-1B15C1DF2259}"/>
                </a:ext>
              </a:extLst>
            </p:cNvPr>
            <p:cNvSpPr/>
            <p:nvPr userDrawn="1"/>
          </p:nvSpPr>
          <p:spPr>
            <a:xfrm>
              <a:off x="24383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3" name="Rechthoek 32">
              <a:extLst>
                <a:ext uri="{FF2B5EF4-FFF2-40B4-BE49-F238E27FC236}">
                  <a16:creationId xmlns:a16="http://schemas.microsoft.com/office/drawing/2014/main" id="{F01F39E3-9401-4551-8EC1-959531EAEBB0}"/>
                </a:ext>
              </a:extLst>
            </p:cNvPr>
            <p:cNvSpPr/>
            <p:nvPr userDrawn="1"/>
          </p:nvSpPr>
          <p:spPr>
            <a:xfrm>
              <a:off x="38290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4" name="Rechthoek 33">
              <a:extLst>
                <a:ext uri="{FF2B5EF4-FFF2-40B4-BE49-F238E27FC236}">
                  <a16:creationId xmlns:a16="http://schemas.microsoft.com/office/drawing/2014/main" id="{4638604A-5A5B-4EB0-84D7-3A112C38892D}"/>
                </a:ext>
              </a:extLst>
            </p:cNvPr>
            <p:cNvSpPr/>
            <p:nvPr userDrawn="1"/>
          </p:nvSpPr>
          <p:spPr>
            <a:xfrm>
              <a:off x="52196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5" name="Rechthoek 34">
              <a:extLst>
                <a:ext uri="{FF2B5EF4-FFF2-40B4-BE49-F238E27FC236}">
                  <a16:creationId xmlns:a16="http://schemas.microsoft.com/office/drawing/2014/main" id="{90136574-DDF6-4FC5-BB12-2DBB04FF5282}"/>
                </a:ext>
              </a:extLst>
            </p:cNvPr>
            <p:cNvSpPr/>
            <p:nvPr userDrawn="1"/>
          </p:nvSpPr>
          <p:spPr>
            <a:xfrm>
              <a:off x="66103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6" name="Rechthoek 35">
              <a:extLst>
                <a:ext uri="{FF2B5EF4-FFF2-40B4-BE49-F238E27FC236}">
                  <a16:creationId xmlns:a16="http://schemas.microsoft.com/office/drawing/2014/main" id="{C67C375E-8DB6-4F8F-AF37-1735B105F4E9}"/>
                </a:ext>
              </a:extLst>
            </p:cNvPr>
            <p:cNvSpPr/>
            <p:nvPr userDrawn="1"/>
          </p:nvSpPr>
          <p:spPr>
            <a:xfrm>
              <a:off x="80009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7" name="Rechthoek 36">
              <a:extLst>
                <a:ext uri="{FF2B5EF4-FFF2-40B4-BE49-F238E27FC236}">
                  <a16:creationId xmlns:a16="http://schemas.microsoft.com/office/drawing/2014/main" id="{1F96FF38-CB0F-4E39-9E6C-BC93D6A770E7}"/>
                </a:ext>
              </a:extLst>
            </p:cNvPr>
            <p:cNvSpPr/>
            <p:nvPr userDrawn="1"/>
          </p:nvSpPr>
          <p:spPr>
            <a:xfrm>
              <a:off x="93916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8" name="Rechthoek 37">
              <a:extLst>
                <a:ext uri="{FF2B5EF4-FFF2-40B4-BE49-F238E27FC236}">
                  <a16:creationId xmlns:a16="http://schemas.microsoft.com/office/drawing/2014/main" id="{DDA93778-B0C3-4B91-A932-441F99F61D4F}"/>
                </a:ext>
              </a:extLst>
            </p:cNvPr>
            <p:cNvSpPr/>
            <p:nvPr userDrawn="1"/>
          </p:nvSpPr>
          <p:spPr>
            <a:xfrm>
              <a:off x="107822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39" name="Rechthoek 38">
              <a:extLst>
                <a:ext uri="{FF2B5EF4-FFF2-40B4-BE49-F238E27FC236}">
                  <a16:creationId xmlns:a16="http://schemas.microsoft.com/office/drawing/2014/main" id="{B634EDDC-A20B-4948-835C-49AEA4EE3351}"/>
                </a:ext>
              </a:extLst>
            </p:cNvPr>
            <p:cNvSpPr/>
            <p:nvPr userDrawn="1"/>
          </p:nvSpPr>
          <p:spPr>
            <a:xfrm>
              <a:off x="121729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0" name="Rechthoek 39">
              <a:extLst>
                <a:ext uri="{FF2B5EF4-FFF2-40B4-BE49-F238E27FC236}">
                  <a16:creationId xmlns:a16="http://schemas.microsoft.com/office/drawing/2014/main" id="{53471B16-7ED3-4C2F-957C-190CE4E1F4F6}"/>
                </a:ext>
              </a:extLst>
            </p:cNvPr>
            <p:cNvSpPr/>
            <p:nvPr userDrawn="1"/>
          </p:nvSpPr>
          <p:spPr>
            <a:xfrm>
              <a:off x="135635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1" name="Rechthoek 40">
              <a:extLst>
                <a:ext uri="{FF2B5EF4-FFF2-40B4-BE49-F238E27FC236}">
                  <a16:creationId xmlns:a16="http://schemas.microsoft.com/office/drawing/2014/main" id="{31636679-E456-4F98-BA01-79E337BD37A1}"/>
                </a:ext>
              </a:extLst>
            </p:cNvPr>
            <p:cNvSpPr/>
            <p:nvPr userDrawn="1"/>
          </p:nvSpPr>
          <p:spPr>
            <a:xfrm>
              <a:off x="1495424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2" name="Rechthoek 41">
              <a:extLst>
                <a:ext uri="{FF2B5EF4-FFF2-40B4-BE49-F238E27FC236}">
                  <a16:creationId xmlns:a16="http://schemas.microsoft.com/office/drawing/2014/main" id="{3E33FF96-84EB-414F-ABCD-14B9B2717855}"/>
                </a:ext>
              </a:extLst>
            </p:cNvPr>
            <p:cNvSpPr/>
            <p:nvPr userDrawn="1"/>
          </p:nvSpPr>
          <p:spPr>
            <a:xfrm>
              <a:off x="16344899" y="23396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3" name="Rechthoek 42">
              <a:extLst>
                <a:ext uri="{FF2B5EF4-FFF2-40B4-BE49-F238E27FC236}">
                  <a16:creationId xmlns:a16="http://schemas.microsoft.com/office/drawing/2014/main" id="{B191276C-BEAD-496C-9003-D656D32B3B9C}"/>
                </a:ext>
              </a:extLst>
            </p:cNvPr>
            <p:cNvSpPr/>
            <p:nvPr userDrawn="1"/>
          </p:nvSpPr>
          <p:spPr>
            <a:xfrm>
              <a:off x="10477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4" name="Rechthoek 43">
              <a:extLst>
                <a:ext uri="{FF2B5EF4-FFF2-40B4-BE49-F238E27FC236}">
                  <a16:creationId xmlns:a16="http://schemas.microsoft.com/office/drawing/2014/main" id="{5B8EF463-5AD6-4FCF-899E-72D7EE4833EE}"/>
                </a:ext>
              </a:extLst>
            </p:cNvPr>
            <p:cNvSpPr/>
            <p:nvPr userDrawn="1"/>
          </p:nvSpPr>
          <p:spPr>
            <a:xfrm>
              <a:off x="24383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5" name="Rechthoek 44">
              <a:extLst>
                <a:ext uri="{FF2B5EF4-FFF2-40B4-BE49-F238E27FC236}">
                  <a16:creationId xmlns:a16="http://schemas.microsoft.com/office/drawing/2014/main" id="{3D4E124A-0400-4917-AC56-18310ADEEB89}"/>
                </a:ext>
              </a:extLst>
            </p:cNvPr>
            <p:cNvSpPr/>
            <p:nvPr userDrawn="1"/>
          </p:nvSpPr>
          <p:spPr>
            <a:xfrm>
              <a:off x="38290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6" name="Rechthoek 45">
              <a:extLst>
                <a:ext uri="{FF2B5EF4-FFF2-40B4-BE49-F238E27FC236}">
                  <a16:creationId xmlns:a16="http://schemas.microsoft.com/office/drawing/2014/main" id="{D181E518-CEB9-4311-9137-8DB98177815F}"/>
                </a:ext>
              </a:extLst>
            </p:cNvPr>
            <p:cNvSpPr/>
            <p:nvPr userDrawn="1"/>
          </p:nvSpPr>
          <p:spPr>
            <a:xfrm>
              <a:off x="52196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7" name="Rechthoek 46">
              <a:extLst>
                <a:ext uri="{FF2B5EF4-FFF2-40B4-BE49-F238E27FC236}">
                  <a16:creationId xmlns:a16="http://schemas.microsoft.com/office/drawing/2014/main" id="{39163085-7926-4628-AD5A-152BB33B0DA8}"/>
                </a:ext>
              </a:extLst>
            </p:cNvPr>
            <p:cNvSpPr/>
            <p:nvPr userDrawn="1"/>
          </p:nvSpPr>
          <p:spPr>
            <a:xfrm>
              <a:off x="66103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8" name="Rechthoek 47">
              <a:extLst>
                <a:ext uri="{FF2B5EF4-FFF2-40B4-BE49-F238E27FC236}">
                  <a16:creationId xmlns:a16="http://schemas.microsoft.com/office/drawing/2014/main" id="{83734956-20CD-44A5-8156-18D16B078947}"/>
                </a:ext>
              </a:extLst>
            </p:cNvPr>
            <p:cNvSpPr/>
            <p:nvPr userDrawn="1"/>
          </p:nvSpPr>
          <p:spPr>
            <a:xfrm>
              <a:off x="80009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49" name="Rechthoek 48">
              <a:extLst>
                <a:ext uri="{FF2B5EF4-FFF2-40B4-BE49-F238E27FC236}">
                  <a16:creationId xmlns:a16="http://schemas.microsoft.com/office/drawing/2014/main" id="{C2BD56DB-A479-4659-B8A8-FA8BD2A15593}"/>
                </a:ext>
              </a:extLst>
            </p:cNvPr>
            <p:cNvSpPr/>
            <p:nvPr userDrawn="1"/>
          </p:nvSpPr>
          <p:spPr>
            <a:xfrm>
              <a:off x="93916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0" name="Rechthoek 49">
              <a:extLst>
                <a:ext uri="{FF2B5EF4-FFF2-40B4-BE49-F238E27FC236}">
                  <a16:creationId xmlns:a16="http://schemas.microsoft.com/office/drawing/2014/main" id="{3570E184-A710-447B-B9FF-99262392D498}"/>
                </a:ext>
              </a:extLst>
            </p:cNvPr>
            <p:cNvSpPr/>
            <p:nvPr userDrawn="1"/>
          </p:nvSpPr>
          <p:spPr>
            <a:xfrm>
              <a:off x="107822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1" name="Rechthoek 50">
              <a:extLst>
                <a:ext uri="{FF2B5EF4-FFF2-40B4-BE49-F238E27FC236}">
                  <a16:creationId xmlns:a16="http://schemas.microsoft.com/office/drawing/2014/main" id="{D8EA7E2F-4E27-416D-861C-0095FB49F4E9}"/>
                </a:ext>
              </a:extLst>
            </p:cNvPr>
            <p:cNvSpPr/>
            <p:nvPr userDrawn="1"/>
          </p:nvSpPr>
          <p:spPr>
            <a:xfrm>
              <a:off x="121729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2" name="Rechthoek 51">
              <a:extLst>
                <a:ext uri="{FF2B5EF4-FFF2-40B4-BE49-F238E27FC236}">
                  <a16:creationId xmlns:a16="http://schemas.microsoft.com/office/drawing/2014/main" id="{8636855F-D700-443F-81B1-672D7072F301}"/>
                </a:ext>
              </a:extLst>
            </p:cNvPr>
            <p:cNvSpPr/>
            <p:nvPr userDrawn="1"/>
          </p:nvSpPr>
          <p:spPr>
            <a:xfrm>
              <a:off x="135635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3" name="Rechthoek 52">
              <a:extLst>
                <a:ext uri="{FF2B5EF4-FFF2-40B4-BE49-F238E27FC236}">
                  <a16:creationId xmlns:a16="http://schemas.microsoft.com/office/drawing/2014/main" id="{3430E2ED-BDD5-4076-99CB-8E8C712E3C51}"/>
                </a:ext>
              </a:extLst>
            </p:cNvPr>
            <p:cNvSpPr/>
            <p:nvPr userDrawn="1"/>
          </p:nvSpPr>
          <p:spPr>
            <a:xfrm>
              <a:off x="1495424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4" name="Rechthoek 53">
              <a:extLst>
                <a:ext uri="{FF2B5EF4-FFF2-40B4-BE49-F238E27FC236}">
                  <a16:creationId xmlns:a16="http://schemas.microsoft.com/office/drawing/2014/main" id="{ADDC9361-C617-4A5A-AEB6-FE7BDBD7B991}"/>
                </a:ext>
              </a:extLst>
            </p:cNvPr>
            <p:cNvSpPr/>
            <p:nvPr userDrawn="1"/>
          </p:nvSpPr>
          <p:spPr>
            <a:xfrm>
              <a:off x="16344899" y="30356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5" name="Rechthoek 54">
              <a:extLst>
                <a:ext uri="{FF2B5EF4-FFF2-40B4-BE49-F238E27FC236}">
                  <a16:creationId xmlns:a16="http://schemas.microsoft.com/office/drawing/2014/main" id="{AC9D498F-4155-4D2F-A335-5B49628AF8FE}"/>
                </a:ext>
              </a:extLst>
            </p:cNvPr>
            <p:cNvSpPr/>
            <p:nvPr userDrawn="1"/>
          </p:nvSpPr>
          <p:spPr>
            <a:xfrm>
              <a:off x="10477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6" name="Rechthoek 55">
              <a:extLst>
                <a:ext uri="{FF2B5EF4-FFF2-40B4-BE49-F238E27FC236}">
                  <a16:creationId xmlns:a16="http://schemas.microsoft.com/office/drawing/2014/main" id="{337532BF-6611-4233-81B0-16C5A86A45A8}"/>
                </a:ext>
              </a:extLst>
            </p:cNvPr>
            <p:cNvSpPr/>
            <p:nvPr userDrawn="1"/>
          </p:nvSpPr>
          <p:spPr>
            <a:xfrm>
              <a:off x="24383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7" name="Rechthoek 56">
              <a:extLst>
                <a:ext uri="{FF2B5EF4-FFF2-40B4-BE49-F238E27FC236}">
                  <a16:creationId xmlns:a16="http://schemas.microsoft.com/office/drawing/2014/main" id="{3D587D00-FBD4-4B34-8068-E8BA96801328}"/>
                </a:ext>
              </a:extLst>
            </p:cNvPr>
            <p:cNvSpPr/>
            <p:nvPr userDrawn="1"/>
          </p:nvSpPr>
          <p:spPr>
            <a:xfrm>
              <a:off x="38290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8" name="Rechthoek 57">
              <a:extLst>
                <a:ext uri="{FF2B5EF4-FFF2-40B4-BE49-F238E27FC236}">
                  <a16:creationId xmlns:a16="http://schemas.microsoft.com/office/drawing/2014/main" id="{11859AA9-5C67-4644-866E-DE73D0965300}"/>
                </a:ext>
              </a:extLst>
            </p:cNvPr>
            <p:cNvSpPr/>
            <p:nvPr userDrawn="1"/>
          </p:nvSpPr>
          <p:spPr>
            <a:xfrm>
              <a:off x="52196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59" name="Rechthoek 58">
              <a:extLst>
                <a:ext uri="{FF2B5EF4-FFF2-40B4-BE49-F238E27FC236}">
                  <a16:creationId xmlns:a16="http://schemas.microsoft.com/office/drawing/2014/main" id="{FB2791C2-6CA0-4D2D-9ADD-178F7FAD88E8}"/>
                </a:ext>
              </a:extLst>
            </p:cNvPr>
            <p:cNvSpPr/>
            <p:nvPr userDrawn="1"/>
          </p:nvSpPr>
          <p:spPr>
            <a:xfrm>
              <a:off x="66103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0" name="Rechthoek 59">
              <a:extLst>
                <a:ext uri="{FF2B5EF4-FFF2-40B4-BE49-F238E27FC236}">
                  <a16:creationId xmlns:a16="http://schemas.microsoft.com/office/drawing/2014/main" id="{904D5CC7-402A-4753-95BF-839E3B97E4EF}"/>
                </a:ext>
              </a:extLst>
            </p:cNvPr>
            <p:cNvSpPr/>
            <p:nvPr userDrawn="1"/>
          </p:nvSpPr>
          <p:spPr>
            <a:xfrm>
              <a:off x="80009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1" name="Rechthoek 60">
              <a:extLst>
                <a:ext uri="{FF2B5EF4-FFF2-40B4-BE49-F238E27FC236}">
                  <a16:creationId xmlns:a16="http://schemas.microsoft.com/office/drawing/2014/main" id="{92C59641-77C0-4A74-B949-DCD6A7821951}"/>
                </a:ext>
              </a:extLst>
            </p:cNvPr>
            <p:cNvSpPr/>
            <p:nvPr userDrawn="1"/>
          </p:nvSpPr>
          <p:spPr>
            <a:xfrm>
              <a:off x="93916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2" name="Rechthoek 61">
              <a:extLst>
                <a:ext uri="{FF2B5EF4-FFF2-40B4-BE49-F238E27FC236}">
                  <a16:creationId xmlns:a16="http://schemas.microsoft.com/office/drawing/2014/main" id="{59093287-1D7A-4502-838F-94D0F13784EB}"/>
                </a:ext>
              </a:extLst>
            </p:cNvPr>
            <p:cNvSpPr/>
            <p:nvPr userDrawn="1"/>
          </p:nvSpPr>
          <p:spPr>
            <a:xfrm>
              <a:off x="107822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3" name="Rechthoek 62">
              <a:extLst>
                <a:ext uri="{FF2B5EF4-FFF2-40B4-BE49-F238E27FC236}">
                  <a16:creationId xmlns:a16="http://schemas.microsoft.com/office/drawing/2014/main" id="{512CACC4-6131-47E2-8C83-EC6F762CF25C}"/>
                </a:ext>
              </a:extLst>
            </p:cNvPr>
            <p:cNvSpPr/>
            <p:nvPr userDrawn="1"/>
          </p:nvSpPr>
          <p:spPr>
            <a:xfrm>
              <a:off x="121729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4" name="Rechthoek 63">
              <a:extLst>
                <a:ext uri="{FF2B5EF4-FFF2-40B4-BE49-F238E27FC236}">
                  <a16:creationId xmlns:a16="http://schemas.microsoft.com/office/drawing/2014/main" id="{C258E187-3B1A-4611-9A01-4D42869C647B}"/>
                </a:ext>
              </a:extLst>
            </p:cNvPr>
            <p:cNvSpPr/>
            <p:nvPr userDrawn="1"/>
          </p:nvSpPr>
          <p:spPr>
            <a:xfrm>
              <a:off x="135635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5" name="Rechthoek 64">
              <a:extLst>
                <a:ext uri="{FF2B5EF4-FFF2-40B4-BE49-F238E27FC236}">
                  <a16:creationId xmlns:a16="http://schemas.microsoft.com/office/drawing/2014/main" id="{B1D4C479-0E67-4180-903E-BE2119BFB3B4}"/>
                </a:ext>
              </a:extLst>
            </p:cNvPr>
            <p:cNvSpPr/>
            <p:nvPr userDrawn="1"/>
          </p:nvSpPr>
          <p:spPr>
            <a:xfrm>
              <a:off x="1495424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6" name="Rechthoek 65">
              <a:extLst>
                <a:ext uri="{FF2B5EF4-FFF2-40B4-BE49-F238E27FC236}">
                  <a16:creationId xmlns:a16="http://schemas.microsoft.com/office/drawing/2014/main" id="{9C8936E6-1ED5-4CE2-8879-07133E737D03}"/>
                </a:ext>
              </a:extLst>
            </p:cNvPr>
            <p:cNvSpPr/>
            <p:nvPr userDrawn="1"/>
          </p:nvSpPr>
          <p:spPr>
            <a:xfrm>
              <a:off x="16344899" y="37316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7" name="Rechthoek 66">
              <a:extLst>
                <a:ext uri="{FF2B5EF4-FFF2-40B4-BE49-F238E27FC236}">
                  <a16:creationId xmlns:a16="http://schemas.microsoft.com/office/drawing/2014/main" id="{C9EEFD06-F5C0-4B9C-AC43-82E32C88DEAB}"/>
                </a:ext>
              </a:extLst>
            </p:cNvPr>
            <p:cNvSpPr/>
            <p:nvPr userDrawn="1"/>
          </p:nvSpPr>
          <p:spPr>
            <a:xfrm>
              <a:off x="10477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8" name="Rechthoek 67">
              <a:extLst>
                <a:ext uri="{FF2B5EF4-FFF2-40B4-BE49-F238E27FC236}">
                  <a16:creationId xmlns:a16="http://schemas.microsoft.com/office/drawing/2014/main" id="{AFAB9AA9-7C6F-4F35-81E3-5E8DD8CE16FA}"/>
                </a:ext>
              </a:extLst>
            </p:cNvPr>
            <p:cNvSpPr/>
            <p:nvPr userDrawn="1"/>
          </p:nvSpPr>
          <p:spPr>
            <a:xfrm>
              <a:off x="24383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69" name="Rechthoek 68">
              <a:extLst>
                <a:ext uri="{FF2B5EF4-FFF2-40B4-BE49-F238E27FC236}">
                  <a16:creationId xmlns:a16="http://schemas.microsoft.com/office/drawing/2014/main" id="{21E6D803-8ACD-497F-879D-509BAF7E77B4}"/>
                </a:ext>
              </a:extLst>
            </p:cNvPr>
            <p:cNvSpPr/>
            <p:nvPr userDrawn="1"/>
          </p:nvSpPr>
          <p:spPr>
            <a:xfrm>
              <a:off x="38290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0" name="Rechthoek 69">
              <a:extLst>
                <a:ext uri="{FF2B5EF4-FFF2-40B4-BE49-F238E27FC236}">
                  <a16:creationId xmlns:a16="http://schemas.microsoft.com/office/drawing/2014/main" id="{3437667D-E52D-4864-B330-E11CEB796E68}"/>
                </a:ext>
              </a:extLst>
            </p:cNvPr>
            <p:cNvSpPr/>
            <p:nvPr userDrawn="1"/>
          </p:nvSpPr>
          <p:spPr>
            <a:xfrm>
              <a:off x="52196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1" name="Rechthoek 70">
              <a:extLst>
                <a:ext uri="{FF2B5EF4-FFF2-40B4-BE49-F238E27FC236}">
                  <a16:creationId xmlns:a16="http://schemas.microsoft.com/office/drawing/2014/main" id="{AC8C857A-9782-4E0E-85FA-989D80A33D5B}"/>
                </a:ext>
              </a:extLst>
            </p:cNvPr>
            <p:cNvSpPr/>
            <p:nvPr userDrawn="1"/>
          </p:nvSpPr>
          <p:spPr>
            <a:xfrm>
              <a:off x="66103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2" name="Rechthoek 71">
              <a:extLst>
                <a:ext uri="{FF2B5EF4-FFF2-40B4-BE49-F238E27FC236}">
                  <a16:creationId xmlns:a16="http://schemas.microsoft.com/office/drawing/2014/main" id="{13706F80-0AB1-47BD-BFBF-2135CE302E5E}"/>
                </a:ext>
              </a:extLst>
            </p:cNvPr>
            <p:cNvSpPr/>
            <p:nvPr userDrawn="1"/>
          </p:nvSpPr>
          <p:spPr>
            <a:xfrm>
              <a:off x="80009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3" name="Rechthoek 72">
              <a:extLst>
                <a:ext uri="{FF2B5EF4-FFF2-40B4-BE49-F238E27FC236}">
                  <a16:creationId xmlns:a16="http://schemas.microsoft.com/office/drawing/2014/main" id="{DDB7FB69-42A6-4F4A-BBBB-EF910BD9517E}"/>
                </a:ext>
              </a:extLst>
            </p:cNvPr>
            <p:cNvSpPr/>
            <p:nvPr userDrawn="1"/>
          </p:nvSpPr>
          <p:spPr>
            <a:xfrm>
              <a:off x="93916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4" name="Rechthoek 73">
              <a:extLst>
                <a:ext uri="{FF2B5EF4-FFF2-40B4-BE49-F238E27FC236}">
                  <a16:creationId xmlns:a16="http://schemas.microsoft.com/office/drawing/2014/main" id="{F70197D9-8207-423E-8355-C4718C41CBCF}"/>
                </a:ext>
              </a:extLst>
            </p:cNvPr>
            <p:cNvSpPr/>
            <p:nvPr userDrawn="1"/>
          </p:nvSpPr>
          <p:spPr>
            <a:xfrm>
              <a:off x="107822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5" name="Rechthoek 74">
              <a:extLst>
                <a:ext uri="{FF2B5EF4-FFF2-40B4-BE49-F238E27FC236}">
                  <a16:creationId xmlns:a16="http://schemas.microsoft.com/office/drawing/2014/main" id="{1E0D3499-D858-46B1-B897-09933731A297}"/>
                </a:ext>
              </a:extLst>
            </p:cNvPr>
            <p:cNvSpPr/>
            <p:nvPr userDrawn="1"/>
          </p:nvSpPr>
          <p:spPr>
            <a:xfrm>
              <a:off x="121729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6" name="Rechthoek 75">
              <a:extLst>
                <a:ext uri="{FF2B5EF4-FFF2-40B4-BE49-F238E27FC236}">
                  <a16:creationId xmlns:a16="http://schemas.microsoft.com/office/drawing/2014/main" id="{1361DF95-749D-4277-AA88-C357F0ABD665}"/>
                </a:ext>
              </a:extLst>
            </p:cNvPr>
            <p:cNvSpPr/>
            <p:nvPr userDrawn="1"/>
          </p:nvSpPr>
          <p:spPr>
            <a:xfrm>
              <a:off x="135635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7" name="Rechthoek 76">
              <a:extLst>
                <a:ext uri="{FF2B5EF4-FFF2-40B4-BE49-F238E27FC236}">
                  <a16:creationId xmlns:a16="http://schemas.microsoft.com/office/drawing/2014/main" id="{B7B04DA8-812A-4895-95D5-4ACBBB770F2D}"/>
                </a:ext>
              </a:extLst>
            </p:cNvPr>
            <p:cNvSpPr/>
            <p:nvPr userDrawn="1"/>
          </p:nvSpPr>
          <p:spPr>
            <a:xfrm>
              <a:off x="1495424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8" name="Rechthoek 77">
              <a:extLst>
                <a:ext uri="{FF2B5EF4-FFF2-40B4-BE49-F238E27FC236}">
                  <a16:creationId xmlns:a16="http://schemas.microsoft.com/office/drawing/2014/main" id="{3BD13550-11F9-4DCB-B805-0C4E441C2ED0}"/>
                </a:ext>
              </a:extLst>
            </p:cNvPr>
            <p:cNvSpPr/>
            <p:nvPr userDrawn="1"/>
          </p:nvSpPr>
          <p:spPr>
            <a:xfrm>
              <a:off x="16344899" y="44276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79" name="Rechthoek 78">
              <a:extLst>
                <a:ext uri="{FF2B5EF4-FFF2-40B4-BE49-F238E27FC236}">
                  <a16:creationId xmlns:a16="http://schemas.microsoft.com/office/drawing/2014/main" id="{D37F375B-825E-4443-9400-AB25E9BC9613}"/>
                </a:ext>
              </a:extLst>
            </p:cNvPr>
            <p:cNvSpPr/>
            <p:nvPr userDrawn="1"/>
          </p:nvSpPr>
          <p:spPr>
            <a:xfrm>
              <a:off x="10477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0" name="Rechthoek 79">
              <a:extLst>
                <a:ext uri="{FF2B5EF4-FFF2-40B4-BE49-F238E27FC236}">
                  <a16:creationId xmlns:a16="http://schemas.microsoft.com/office/drawing/2014/main" id="{2F3CFAAB-65E3-406B-A195-F4BAA23DA276}"/>
                </a:ext>
              </a:extLst>
            </p:cNvPr>
            <p:cNvSpPr/>
            <p:nvPr userDrawn="1"/>
          </p:nvSpPr>
          <p:spPr>
            <a:xfrm>
              <a:off x="24383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1" name="Rechthoek 80">
              <a:extLst>
                <a:ext uri="{FF2B5EF4-FFF2-40B4-BE49-F238E27FC236}">
                  <a16:creationId xmlns:a16="http://schemas.microsoft.com/office/drawing/2014/main" id="{0B7939F1-1A7B-4403-BD7B-B2890E6046E4}"/>
                </a:ext>
              </a:extLst>
            </p:cNvPr>
            <p:cNvSpPr/>
            <p:nvPr userDrawn="1"/>
          </p:nvSpPr>
          <p:spPr>
            <a:xfrm>
              <a:off x="38290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2" name="Rechthoek 81">
              <a:extLst>
                <a:ext uri="{FF2B5EF4-FFF2-40B4-BE49-F238E27FC236}">
                  <a16:creationId xmlns:a16="http://schemas.microsoft.com/office/drawing/2014/main" id="{952856AF-170D-405F-B53F-42CFC4433DF9}"/>
                </a:ext>
              </a:extLst>
            </p:cNvPr>
            <p:cNvSpPr/>
            <p:nvPr userDrawn="1"/>
          </p:nvSpPr>
          <p:spPr>
            <a:xfrm>
              <a:off x="52196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3" name="Rechthoek 82">
              <a:extLst>
                <a:ext uri="{FF2B5EF4-FFF2-40B4-BE49-F238E27FC236}">
                  <a16:creationId xmlns:a16="http://schemas.microsoft.com/office/drawing/2014/main" id="{8239B102-56CC-4A5F-BC32-4E48A711F149}"/>
                </a:ext>
              </a:extLst>
            </p:cNvPr>
            <p:cNvSpPr/>
            <p:nvPr userDrawn="1"/>
          </p:nvSpPr>
          <p:spPr>
            <a:xfrm>
              <a:off x="66103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4" name="Rechthoek 83">
              <a:extLst>
                <a:ext uri="{FF2B5EF4-FFF2-40B4-BE49-F238E27FC236}">
                  <a16:creationId xmlns:a16="http://schemas.microsoft.com/office/drawing/2014/main" id="{61A45AEB-62C5-47DA-AB38-AADE12BC1314}"/>
                </a:ext>
              </a:extLst>
            </p:cNvPr>
            <p:cNvSpPr/>
            <p:nvPr userDrawn="1"/>
          </p:nvSpPr>
          <p:spPr>
            <a:xfrm>
              <a:off x="80009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5" name="Rechthoek 84">
              <a:extLst>
                <a:ext uri="{FF2B5EF4-FFF2-40B4-BE49-F238E27FC236}">
                  <a16:creationId xmlns:a16="http://schemas.microsoft.com/office/drawing/2014/main" id="{A2270570-8C09-4EF4-952D-631F93D2F677}"/>
                </a:ext>
              </a:extLst>
            </p:cNvPr>
            <p:cNvSpPr/>
            <p:nvPr userDrawn="1"/>
          </p:nvSpPr>
          <p:spPr>
            <a:xfrm>
              <a:off x="93916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6" name="Rechthoek 85">
              <a:extLst>
                <a:ext uri="{FF2B5EF4-FFF2-40B4-BE49-F238E27FC236}">
                  <a16:creationId xmlns:a16="http://schemas.microsoft.com/office/drawing/2014/main" id="{715C7321-53C7-4463-92A0-6EDBBEC24C08}"/>
                </a:ext>
              </a:extLst>
            </p:cNvPr>
            <p:cNvSpPr/>
            <p:nvPr userDrawn="1"/>
          </p:nvSpPr>
          <p:spPr>
            <a:xfrm>
              <a:off x="107822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7" name="Rechthoek 86">
              <a:extLst>
                <a:ext uri="{FF2B5EF4-FFF2-40B4-BE49-F238E27FC236}">
                  <a16:creationId xmlns:a16="http://schemas.microsoft.com/office/drawing/2014/main" id="{BA084D0E-5ACF-4CAC-97C6-AEA9C5248263}"/>
                </a:ext>
              </a:extLst>
            </p:cNvPr>
            <p:cNvSpPr/>
            <p:nvPr userDrawn="1"/>
          </p:nvSpPr>
          <p:spPr>
            <a:xfrm>
              <a:off x="121729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8" name="Rechthoek 87">
              <a:extLst>
                <a:ext uri="{FF2B5EF4-FFF2-40B4-BE49-F238E27FC236}">
                  <a16:creationId xmlns:a16="http://schemas.microsoft.com/office/drawing/2014/main" id="{19CC7CB0-0670-419C-A844-A28316F7CB4C}"/>
                </a:ext>
              </a:extLst>
            </p:cNvPr>
            <p:cNvSpPr/>
            <p:nvPr userDrawn="1"/>
          </p:nvSpPr>
          <p:spPr>
            <a:xfrm>
              <a:off x="135635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89" name="Rechthoek 88">
              <a:extLst>
                <a:ext uri="{FF2B5EF4-FFF2-40B4-BE49-F238E27FC236}">
                  <a16:creationId xmlns:a16="http://schemas.microsoft.com/office/drawing/2014/main" id="{2153D52C-015D-414F-93A9-D4F1277B5E8D}"/>
                </a:ext>
              </a:extLst>
            </p:cNvPr>
            <p:cNvSpPr/>
            <p:nvPr userDrawn="1"/>
          </p:nvSpPr>
          <p:spPr>
            <a:xfrm>
              <a:off x="1495424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0" name="Rechthoek 89">
              <a:extLst>
                <a:ext uri="{FF2B5EF4-FFF2-40B4-BE49-F238E27FC236}">
                  <a16:creationId xmlns:a16="http://schemas.microsoft.com/office/drawing/2014/main" id="{3D42C007-B73B-4E21-ADDD-E70085762785}"/>
                </a:ext>
              </a:extLst>
            </p:cNvPr>
            <p:cNvSpPr/>
            <p:nvPr userDrawn="1"/>
          </p:nvSpPr>
          <p:spPr>
            <a:xfrm>
              <a:off x="16344899" y="51235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1" name="Rechthoek 90">
              <a:extLst>
                <a:ext uri="{FF2B5EF4-FFF2-40B4-BE49-F238E27FC236}">
                  <a16:creationId xmlns:a16="http://schemas.microsoft.com/office/drawing/2014/main" id="{61531C16-91D5-4692-B4F7-B0C494DC636C}"/>
                </a:ext>
              </a:extLst>
            </p:cNvPr>
            <p:cNvSpPr/>
            <p:nvPr userDrawn="1"/>
          </p:nvSpPr>
          <p:spPr>
            <a:xfrm>
              <a:off x="10477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2" name="Rechthoek 91">
              <a:extLst>
                <a:ext uri="{FF2B5EF4-FFF2-40B4-BE49-F238E27FC236}">
                  <a16:creationId xmlns:a16="http://schemas.microsoft.com/office/drawing/2014/main" id="{BE2A0FC4-BFB6-4C02-A005-42DE8103402C}"/>
                </a:ext>
              </a:extLst>
            </p:cNvPr>
            <p:cNvSpPr/>
            <p:nvPr userDrawn="1"/>
          </p:nvSpPr>
          <p:spPr>
            <a:xfrm>
              <a:off x="24383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3" name="Rechthoek 92">
              <a:extLst>
                <a:ext uri="{FF2B5EF4-FFF2-40B4-BE49-F238E27FC236}">
                  <a16:creationId xmlns:a16="http://schemas.microsoft.com/office/drawing/2014/main" id="{5D1C530D-C8C3-459C-B166-283CAC72D972}"/>
                </a:ext>
              </a:extLst>
            </p:cNvPr>
            <p:cNvSpPr/>
            <p:nvPr userDrawn="1"/>
          </p:nvSpPr>
          <p:spPr>
            <a:xfrm>
              <a:off x="38290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4" name="Rechthoek 93">
              <a:extLst>
                <a:ext uri="{FF2B5EF4-FFF2-40B4-BE49-F238E27FC236}">
                  <a16:creationId xmlns:a16="http://schemas.microsoft.com/office/drawing/2014/main" id="{44DB0356-E9F3-4648-A1C3-286D0DD3BC0D}"/>
                </a:ext>
              </a:extLst>
            </p:cNvPr>
            <p:cNvSpPr/>
            <p:nvPr userDrawn="1"/>
          </p:nvSpPr>
          <p:spPr>
            <a:xfrm>
              <a:off x="52196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5" name="Rechthoek 94">
              <a:extLst>
                <a:ext uri="{FF2B5EF4-FFF2-40B4-BE49-F238E27FC236}">
                  <a16:creationId xmlns:a16="http://schemas.microsoft.com/office/drawing/2014/main" id="{A08248CC-0DD7-43D3-89D0-04B21B0E9D0C}"/>
                </a:ext>
              </a:extLst>
            </p:cNvPr>
            <p:cNvSpPr/>
            <p:nvPr userDrawn="1"/>
          </p:nvSpPr>
          <p:spPr>
            <a:xfrm>
              <a:off x="66103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6" name="Rechthoek 95">
              <a:extLst>
                <a:ext uri="{FF2B5EF4-FFF2-40B4-BE49-F238E27FC236}">
                  <a16:creationId xmlns:a16="http://schemas.microsoft.com/office/drawing/2014/main" id="{F59B649C-327B-44EE-8FD8-DF5780C440C7}"/>
                </a:ext>
              </a:extLst>
            </p:cNvPr>
            <p:cNvSpPr/>
            <p:nvPr userDrawn="1"/>
          </p:nvSpPr>
          <p:spPr>
            <a:xfrm>
              <a:off x="80009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7" name="Rechthoek 96">
              <a:extLst>
                <a:ext uri="{FF2B5EF4-FFF2-40B4-BE49-F238E27FC236}">
                  <a16:creationId xmlns:a16="http://schemas.microsoft.com/office/drawing/2014/main" id="{1F2749D9-7056-4A1E-B14A-865A1C4898A2}"/>
                </a:ext>
              </a:extLst>
            </p:cNvPr>
            <p:cNvSpPr/>
            <p:nvPr userDrawn="1"/>
          </p:nvSpPr>
          <p:spPr>
            <a:xfrm>
              <a:off x="93916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8" name="Rechthoek 97">
              <a:extLst>
                <a:ext uri="{FF2B5EF4-FFF2-40B4-BE49-F238E27FC236}">
                  <a16:creationId xmlns:a16="http://schemas.microsoft.com/office/drawing/2014/main" id="{F6EBF245-88D1-459E-B383-814E41CEB42F}"/>
                </a:ext>
              </a:extLst>
            </p:cNvPr>
            <p:cNvSpPr/>
            <p:nvPr userDrawn="1"/>
          </p:nvSpPr>
          <p:spPr>
            <a:xfrm>
              <a:off x="107822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99" name="Rechthoek 98">
              <a:extLst>
                <a:ext uri="{FF2B5EF4-FFF2-40B4-BE49-F238E27FC236}">
                  <a16:creationId xmlns:a16="http://schemas.microsoft.com/office/drawing/2014/main" id="{32242EEC-3065-40A9-84B6-634FB03612F2}"/>
                </a:ext>
              </a:extLst>
            </p:cNvPr>
            <p:cNvSpPr/>
            <p:nvPr userDrawn="1"/>
          </p:nvSpPr>
          <p:spPr>
            <a:xfrm>
              <a:off x="121729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0" name="Rechthoek 99">
              <a:extLst>
                <a:ext uri="{FF2B5EF4-FFF2-40B4-BE49-F238E27FC236}">
                  <a16:creationId xmlns:a16="http://schemas.microsoft.com/office/drawing/2014/main" id="{6BDA72F4-8256-4DD6-A1E7-5F114F8D3F57}"/>
                </a:ext>
              </a:extLst>
            </p:cNvPr>
            <p:cNvSpPr/>
            <p:nvPr userDrawn="1"/>
          </p:nvSpPr>
          <p:spPr>
            <a:xfrm>
              <a:off x="135635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1" name="Rechthoek 100">
              <a:extLst>
                <a:ext uri="{FF2B5EF4-FFF2-40B4-BE49-F238E27FC236}">
                  <a16:creationId xmlns:a16="http://schemas.microsoft.com/office/drawing/2014/main" id="{3611BD11-37AE-4C0E-8E96-7A342DF72BE8}"/>
                </a:ext>
              </a:extLst>
            </p:cNvPr>
            <p:cNvSpPr/>
            <p:nvPr userDrawn="1"/>
          </p:nvSpPr>
          <p:spPr>
            <a:xfrm>
              <a:off x="1495424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2" name="Rechthoek 101">
              <a:extLst>
                <a:ext uri="{FF2B5EF4-FFF2-40B4-BE49-F238E27FC236}">
                  <a16:creationId xmlns:a16="http://schemas.microsoft.com/office/drawing/2014/main" id="{7DADB5EF-A6F3-4933-A92B-2F254845B34F}"/>
                </a:ext>
              </a:extLst>
            </p:cNvPr>
            <p:cNvSpPr/>
            <p:nvPr userDrawn="1"/>
          </p:nvSpPr>
          <p:spPr>
            <a:xfrm>
              <a:off x="16344899" y="581956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3" name="Rechthoek 102">
              <a:extLst>
                <a:ext uri="{FF2B5EF4-FFF2-40B4-BE49-F238E27FC236}">
                  <a16:creationId xmlns:a16="http://schemas.microsoft.com/office/drawing/2014/main" id="{4B69F43D-5BD8-4227-805D-D131D0CC9782}"/>
                </a:ext>
              </a:extLst>
            </p:cNvPr>
            <p:cNvSpPr/>
            <p:nvPr userDrawn="1"/>
          </p:nvSpPr>
          <p:spPr>
            <a:xfrm>
              <a:off x="10477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4" name="Rechthoek 103">
              <a:extLst>
                <a:ext uri="{FF2B5EF4-FFF2-40B4-BE49-F238E27FC236}">
                  <a16:creationId xmlns:a16="http://schemas.microsoft.com/office/drawing/2014/main" id="{8A117382-99B3-4F5A-95DF-DD71C489F308}"/>
                </a:ext>
              </a:extLst>
            </p:cNvPr>
            <p:cNvSpPr/>
            <p:nvPr userDrawn="1"/>
          </p:nvSpPr>
          <p:spPr>
            <a:xfrm>
              <a:off x="24383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5" name="Rechthoek 104">
              <a:extLst>
                <a:ext uri="{FF2B5EF4-FFF2-40B4-BE49-F238E27FC236}">
                  <a16:creationId xmlns:a16="http://schemas.microsoft.com/office/drawing/2014/main" id="{37BEE625-7635-4764-8242-72FE7574219D}"/>
                </a:ext>
              </a:extLst>
            </p:cNvPr>
            <p:cNvSpPr/>
            <p:nvPr userDrawn="1"/>
          </p:nvSpPr>
          <p:spPr>
            <a:xfrm>
              <a:off x="38290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6" name="Rechthoek 105">
              <a:extLst>
                <a:ext uri="{FF2B5EF4-FFF2-40B4-BE49-F238E27FC236}">
                  <a16:creationId xmlns:a16="http://schemas.microsoft.com/office/drawing/2014/main" id="{B94E52F2-EC1D-4B93-9583-8092EB54AAB9}"/>
                </a:ext>
              </a:extLst>
            </p:cNvPr>
            <p:cNvSpPr/>
            <p:nvPr userDrawn="1"/>
          </p:nvSpPr>
          <p:spPr>
            <a:xfrm>
              <a:off x="52196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7" name="Rechthoek 106">
              <a:extLst>
                <a:ext uri="{FF2B5EF4-FFF2-40B4-BE49-F238E27FC236}">
                  <a16:creationId xmlns:a16="http://schemas.microsoft.com/office/drawing/2014/main" id="{C220B813-DD92-4C7D-A1BC-697C23CABFA1}"/>
                </a:ext>
              </a:extLst>
            </p:cNvPr>
            <p:cNvSpPr/>
            <p:nvPr userDrawn="1"/>
          </p:nvSpPr>
          <p:spPr>
            <a:xfrm>
              <a:off x="66103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8" name="Rechthoek 107">
              <a:extLst>
                <a:ext uri="{FF2B5EF4-FFF2-40B4-BE49-F238E27FC236}">
                  <a16:creationId xmlns:a16="http://schemas.microsoft.com/office/drawing/2014/main" id="{02E84D6E-F48F-4557-99C6-9713133382F4}"/>
                </a:ext>
              </a:extLst>
            </p:cNvPr>
            <p:cNvSpPr/>
            <p:nvPr userDrawn="1"/>
          </p:nvSpPr>
          <p:spPr>
            <a:xfrm>
              <a:off x="80009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09" name="Rechthoek 108">
              <a:extLst>
                <a:ext uri="{FF2B5EF4-FFF2-40B4-BE49-F238E27FC236}">
                  <a16:creationId xmlns:a16="http://schemas.microsoft.com/office/drawing/2014/main" id="{E0212F54-9A69-4A61-8B35-78C4D89F641B}"/>
                </a:ext>
              </a:extLst>
            </p:cNvPr>
            <p:cNvSpPr/>
            <p:nvPr userDrawn="1"/>
          </p:nvSpPr>
          <p:spPr>
            <a:xfrm>
              <a:off x="93916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0" name="Rechthoek 109">
              <a:extLst>
                <a:ext uri="{FF2B5EF4-FFF2-40B4-BE49-F238E27FC236}">
                  <a16:creationId xmlns:a16="http://schemas.microsoft.com/office/drawing/2014/main" id="{82867721-4D81-431A-BA76-A06D56D3D57A}"/>
                </a:ext>
              </a:extLst>
            </p:cNvPr>
            <p:cNvSpPr/>
            <p:nvPr userDrawn="1"/>
          </p:nvSpPr>
          <p:spPr>
            <a:xfrm>
              <a:off x="107822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1" name="Rechthoek 110">
              <a:extLst>
                <a:ext uri="{FF2B5EF4-FFF2-40B4-BE49-F238E27FC236}">
                  <a16:creationId xmlns:a16="http://schemas.microsoft.com/office/drawing/2014/main" id="{BC7CB733-8B25-4EA0-BC8B-16D6C0A8F3D9}"/>
                </a:ext>
              </a:extLst>
            </p:cNvPr>
            <p:cNvSpPr/>
            <p:nvPr userDrawn="1"/>
          </p:nvSpPr>
          <p:spPr>
            <a:xfrm>
              <a:off x="121729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2" name="Rechthoek 111">
              <a:extLst>
                <a:ext uri="{FF2B5EF4-FFF2-40B4-BE49-F238E27FC236}">
                  <a16:creationId xmlns:a16="http://schemas.microsoft.com/office/drawing/2014/main" id="{C272F51B-7DF3-4BB4-81EF-F30BEBF919F8}"/>
                </a:ext>
              </a:extLst>
            </p:cNvPr>
            <p:cNvSpPr/>
            <p:nvPr userDrawn="1"/>
          </p:nvSpPr>
          <p:spPr>
            <a:xfrm>
              <a:off x="135635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3" name="Rechthoek 112">
              <a:extLst>
                <a:ext uri="{FF2B5EF4-FFF2-40B4-BE49-F238E27FC236}">
                  <a16:creationId xmlns:a16="http://schemas.microsoft.com/office/drawing/2014/main" id="{E7275EC4-E93D-4579-9252-95875A3D384C}"/>
                </a:ext>
              </a:extLst>
            </p:cNvPr>
            <p:cNvSpPr/>
            <p:nvPr userDrawn="1"/>
          </p:nvSpPr>
          <p:spPr>
            <a:xfrm>
              <a:off x="1495424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4" name="Rechthoek 113">
              <a:extLst>
                <a:ext uri="{FF2B5EF4-FFF2-40B4-BE49-F238E27FC236}">
                  <a16:creationId xmlns:a16="http://schemas.microsoft.com/office/drawing/2014/main" id="{0ADC9315-AE94-46D1-A960-BDE67D19F3AD}"/>
                </a:ext>
              </a:extLst>
            </p:cNvPr>
            <p:cNvSpPr/>
            <p:nvPr userDrawn="1"/>
          </p:nvSpPr>
          <p:spPr>
            <a:xfrm>
              <a:off x="16344899" y="651553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5" name="Rechthoek 114">
              <a:extLst>
                <a:ext uri="{FF2B5EF4-FFF2-40B4-BE49-F238E27FC236}">
                  <a16:creationId xmlns:a16="http://schemas.microsoft.com/office/drawing/2014/main" id="{55221152-1C95-4DAA-ACB5-C7B52C8FD766}"/>
                </a:ext>
              </a:extLst>
            </p:cNvPr>
            <p:cNvSpPr/>
            <p:nvPr userDrawn="1"/>
          </p:nvSpPr>
          <p:spPr>
            <a:xfrm>
              <a:off x="10477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6" name="Rechthoek 115">
              <a:extLst>
                <a:ext uri="{FF2B5EF4-FFF2-40B4-BE49-F238E27FC236}">
                  <a16:creationId xmlns:a16="http://schemas.microsoft.com/office/drawing/2014/main" id="{BFEAC399-A721-4E24-97FA-7D27F08ADC7E}"/>
                </a:ext>
              </a:extLst>
            </p:cNvPr>
            <p:cNvSpPr/>
            <p:nvPr userDrawn="1"/>
          </p:nvSpPr>
          <p:spPr>
            <a:xfrm>
              <a:off x="24383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7" name="Rechthoek 116">
              <a:extLst>
                <a:ext uri="{FF2B5EF4-FFF2-40B4-BE49-F238E27FC236}">
                  <a16:creationId xmlns:a16="http://schemas.microsoft.com/office/drawing/2014/main" id="{6B5520BE-CE29-4813-9DAD-C9B41DACAFCA}"/>
                </a:ext>
              </a:extLst>
            </p:cNvPr>
            <p:cNvSpPr/>
            <p:nvPr userDrawn="1"/>
          </p:nvSpPr>
          <p:spPr>
            <a:xfrm>
              <a:off x="38290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8" name="Rechthoek 117">
              <a:extLst>
                <a:ext uri="{FF2B5EF4-FFF2-40B4-BE49-F238E27FC236}">
                  <a16:creationId xmlns:a16="http://schemas.microsoft.com/office/drawing/2014/main" id="{BC614ACB-A292-4AB7-A05D-035255A09EAC}"/>
                </a:ext>
              </a:extLst>
            </p:cNvPr>
            <p:cNvSpPr/>
            <p:nvPr userDrawn="1"/>
          </p:nvSpPr>
          <p:spPr>
            <a:xfrm>
              <a:off x="52196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19" name="Rechthoek 118">
              <a:extLst>
                <a:ext uri="{FF2B5EF4-FFF2-40B4-BE49-F238E27FC236}">
                  <a16:creationId xmlns:a16="http://schemas.microsoft.com/office/drawing/2014/main" id="{8197675B-3E1D-4ADC-8028-675B7EEC0715}"/>
                </a:ext>
              </a:extLst>
            </p:cNvPr>
            <p:cNvSpPr/>
            <p:nvPr userDrawn="1"/>
          </p:nvSpPr>
          <p:spPr>
            <a:xfrm>
              <a:off x="66103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0" name="Rechthoek 119">
              <a:extLst>
                <a:ext uri="{FF2B5EF4-FFF2-40B4-BE49-F238E27FC236}">
                  <a16:creationId xmlns:a16="http://schemas.microsoft.com/office/drawing/2014/main" id="{161FDAA3-430E-49EC-A4CC-A6683E05F77B}"/>
                </a:ext>
              </a:extLst>
            </p:cNvPr>
            <p:cNvSpPr/>
            <p:nvPr userDrawn="1"/>
          </p:nvSpPr>
          <p:spPr>
            <a:xfrm>
              <a:off x="80009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1" name="Rechthoek 120">
              <a:extLst>
                <a:ext uri="{FF2B5EF4-FFF2-40B4-BE49-F238E27FC236}">
                  <a16:creationId xmlns:a16="http://schemas.microsoft.com/office/drawing/2014/main" id="{37DE3A08-788F-45BE-907A-AC3348EDB0B9}"/>
                </a:ext>
              </a:extLst>
            </p:cNvPr>
            <p:cNvSpPr/>
            <p:nvPr userDrawn="1"/>
          </p:nvSpPr>
          <p:spPr>
            <a:xfrm>
              <a:off x="93916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2" name="Rechthoek 121">
              <a:extLst>
                <a:ext uri="{FF2B5EF4-FFF2-40B4-BE49-F238E27FC236}">
                  <a16:creationId xmlns:a16="http://schemas.microsoft.com/office/drawing/2014/main" id="{90379143-8DF0-4EE1-8C3A-C240D936C862}"/>
                </a:ext>
              </a:extLst>
            </p:cNvPr>
            <p:cNvSpPr/>
            <p:nvPr userDrawn="1"/>
          </p:nvSpPr>
          <p:spPr>
            <a:xfrm>
              <a:off x="107822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3" name="Rechthoek 122">
              <a:extLst>
                <a:ext uri="{FF2B5EF4-FFF2-40B4-BE49-F238E27FC236}">
                  <a16:creationId xmlns:a16="http://schemas.microsoft.com/office/drawing/2014/main" id="{E22EF1D9-5DE2-46B7-8523-CF79C32B2B0E}"/>
                </a:ext>
              </a:extLst>
            </p:cNvPr>
            <p:cNvSpPr/>
            <p:nvPr userDrawn="1"/>
          </p:nvSpPr>
          <p:spPr>
            <a:xfrm>
              <a:off x="121729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4" name="Rechthoek 123">
              <a:extLst>
                <a:ext uri="{FF2B5EF4-FFF2-40B4-BE49-F238E27FC236}">
                  <a16:creationId xmlns:a16="http://schemas.microsoft.com/office/drawing/2014/main" id="{60762A57-F746-45D5-AB2E-7C3E0A5B738D}"/>
                </a:ext>
              </a:extLst>
            </p:cNvPr>
            <p:cNvSpPr/>
            <p:nvPr userDrawn="1"/>
          </p:nvSpPr>
          <p:spPr>
            <a:xfrm>
              <a:off x="135635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5" name="Rechthoek 124">
              <a:extLst>
                <a:ext uri="{FF2B5EF4-FFF2-40B4-BE49-F238E27FC236}">
                  <a16:creationId xmlns:a16="http://schemas.microsoft.com/office/drawing/2014/main" id="{06642479-D5AA-4E24-BBAA-A46D252F4370}"/>
                </a:ext>
              </a:extLst>
            </p:cNvPr>
            <p:cNvSpPr/>
            <p:nvPr userDrawn="1"/>
          </p:nvSpPr>
          <p:spPr>
            <a:xfrm>
              <a:off x="1495424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6" name="Rechthoek 125">
              <a:extLst>
                <a:ext uri="{FF2B5EF4-FFF2-40B4-BE49-F238E27FC236}">
                  <a16:creationId xmlns:a16="http://schemas.microsoft.com/office/drawing/2014/main" id="{7294A249-E01B-4E00-A515-54145D369480}"/>
                </a:ext>
              </a:extLst>
            </p:cNvPr>
            <p:cNvSpPr/>
            <p:nvPr userDrawn="1"/>
          </p:nvSpPr>
          <p:spPr>
            <a:xfrm>
              <a:off x="16344899" y="7211511"/>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7" name="Rechthoek 126">
              <a:extLst>
                <a:ext uri="{FF2B5EF4-FFF2-40B4-BE49-F238E27FC236}">
                  <a16:creationId xmlns:a16="http://schemas.microsoft.com/office/drawing/2014/main" id="{BA2047AF-40C4-4B43-9121-F09C177A4A20}"/>
                </a:ext>
              </a:extLst>
            </p:cNvPr>
            <p:cNvSpPr/>
            <p:nvPr userDrawn="1"/>
          </p:nvSpPr>
          <p:spPr>
            <a:xfrm>
              <a:off x="10477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8" name="Rechthoek 127">
              <a:extLst>
                <a:ext uri="{FF2B5EF4-FFF2-40B4-BE49-F238E27FC236}">
                  <a16:creationId xmlns:a16="http://schemas.microsoft.com/office/drawing/2014/main" id="{76B98FFC-AD3C-49B2-93CA-C1725C19A20F}"/>
                </a:ext>
              </a:extLst>
            </p:cNvPr>
            <p:cNvSpPr/>
            <p:nvPr userDrawn="1"/>
          </p:nvSpPr>
          <p:spPr>
            <a:xfrm>
              <a:off x="24383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29" name="Rechthoek 128">
              <a:extLst>
                <a:ext uri="{FF2B5EF4-FFF2-40B4-BE49-F238E27FC236}">
                  <a16:creationId xmlns:a16="http://schemas.microsoft.com/office/drawing/2014/main" id="{E1879D9E-3E63-4CC2-9AC7-425812A3F2C4}"/>
                </a:ext>
              </a:extLst>
            </p:cNvPr>
            <p:cNvSpPr/>
            <p:nvPr userDrawn="1"/>
          </p:nvSpPr>
          <p:spPr>
            <a:xfrm>
              <a:off x="38290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0" name="Rechthoek 129">
              <a:extLst>
                <a:ext uri="{FF2B5EF4-FFF2-40B4-BE49-F238E27FC236}">
                  <a16:creationId xmlns:a16="http://schemas.microsoft.com/office/drawing/2014/main" id="{8342A221-D10B-423B-8906-5EBC48090A2E}"/>
                </a:ext>
              </a:extLst>
            </p:cNvPr>
            <p:cNvSpPr/>
            <p:nvPr userDrawn="1"/>
          </p:nvSpPr>
          <p:spPr>
            <a:xfrm>
              <a:off x="52196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1" name="Rechthoek 130">
              <a:extLst>
                <a:ext uri="{FF2B5EF4-FFF2-40B4-BE49-F238E27FC236}">
                  <a16:creationId xmlns:a16="http://schemas.microsoft.com/office/drawing/2014/main" id="{35A57EB3-D6B5-4152-B14F-EF27E1349632}"/>
                </a:ext>
              </a:extLst>
            </p:cNvPr>
            <p:cNvSpPr/>
            <p:nvPr userDrawn="1"/>
          </p:nvSpPr>
          <p:spPr>
            <a:xfrm>
              <a:off x="66103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2" name="Rechthoek 131">
              <a:extLst>
                <a:ext uri="{FF2B5EF4-FFF2-40B4-BE49-F238E27FC236}">
                  <a16:creationId xmlns:a16="http://schemas.microsoft.com/office/drawing/2014/main" id="{31F4458E-A63D-4437-8E19-A66C8BC5DFD9}"/>
                </a:ext>
              </a:extLst>
            </p:cNvPr>
            <p:cNvSpPr/>
            <p:nvPr userDrawn="1"/>
          </p:nvSpPr>
          <p:spPr>
            <a:xfrm>
              <a:off x="80009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3" name="Rechthoek 132">
              <a:extLst>
                <a:ext uri="{FF2B5EF4-FFF2-40B4-BE49-F238E27FC236}">
                  <a16:creationId xmlns:a16="http://schemas.microsoft.com/office/drawing/2014/main" id="{823D3FFE-4462-459F-8BC9-876EB23D6C56}"/>
                </a:ext>
              </a:extLst>
            </p:cNvPr>
            <p:cNvSpPr/>
            <p:nvPr userDrawn="1"/>
          </p:nvSpPr>
          <p:spPr>
            <a:xfrm>
              <a:off x="93916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4" name="Rechthoek 133">
              <a:extLst>
                <a:ext uri="{FF2B5EF4-FFF2-40B4-BE49-F238E27FC236}">
                  <a16:creationId xmlns:a16="http://schemas.microsoft.com/office/drawing/2014/main" id="{CFA305EC-68FF-4C4A-B709-979FB292811A}"/>
                </a:ext>
              </a:extLst>
            </p:cNvPr>
            <p:cNvSpPr/>
            <p:nvPr userDrawn="1"/>
          </p:nvSpPr>
          <p:spPr>
            <a:xfrm>
              <a:off x="107822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5" name="Rechthoek 134">
              <a:extLst>
                <a:ext uri="{FF2B5EF4-FFF2-40B4-BE49-F238E27FC236}">
                  <a16:creationId xmlns:a16="http://schemas.microsoft.com/office/drawing/2014/main" id="{A0347432-8C21-4FC5-8C35-B1FD2EA749CB}"/>
                </a:ext>
              </a:extLst>
            </p:cNvPr>
            <p:cNvSpPr/>
            <p:nvPr userDrawn="1"/>
          </p:nvSpPr>
          <p:spPr>
            <a:xfrm>
              <a:off x="121729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6" name="Rechthoek 135">
              <a:extLst>
                <a:ext uri="{FF2B5EF4-FFF2-40B4-BE49-F238E27FC236}">
                  <a16:creationId xmlns:a16="http://schemas.microsoft.com/office/drawing/2014/main" id="{7A7F8353-A1F1-4929-8555-E3CBFF711B9C}"/>
                </a:ext>
              </a:extLst>
            </p:cNvPr>
            <p:cNvSpPr/>
            <p:nvPr userDrawn="1"/>
          </p:nvSpPr>
          <p:spPr>
            <a:xfrm>
              <a:off x="135635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7" name="Rechthoek 136">
              <a:extLst>
                <a:ext uri="{FF2B5EF4-FFF2-40B4-BE49-F238E27FC236}">
                  <a16:creationId xmlns:a16="http://schemas.microsoft.com/office/drawing/2014/main" id="{FE868229-68BB-41A9-9ED5-28B124EF510A}"/>
                </a:ext>
              </a:extLst>
            </p:cNvPr>
            <p:cNvSpPr/>
            <p:nvPr userDrawn="1"/>
          </p:nvSpPr>
          <p:spPr>
            <a:xfrm>
              <a:off x="1495424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8" name="Rechthoek 137">
              <a:extLst>
                <a:ext uri="{FF2B5EF4-FFF2-40B4-BE49-F238E27FC236}">
                  <a16:creationId xmlns:a16="http://schemas.microsoft.com/office/drawing/2014/main" id="{FA1DEB70-AA07-4F8C-A32A-D1E0EB6B9063}"/>
                </a:ext>
              </a:extLst>
            </p:cNvPr>
            <p:cNvSpPr/>
            <p:nvPr userDrawn="1"/>
          </p:nvSpPr>
          <p:spPr>
            <a:xfrm>
              <a:off x="16344899" y="7907486"/>
              <a:ext cx="1266825"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39" name="Rechthoek 138">
              <a:extLst>
                <a:ext uri="{FF2B5EF4-FFF2-40B4-BE49-F238E27FC236}">
                  <a16:creationId xmlns:a16="http://schemas.microsoft.com/office/drawing/2014/main" id="{CB899CC4-E72F-4DA6-BE2E-02A092FEA67A}"/>
                </a:ext>
              </a:extLst>
            </p:cNvPr>
            <p:cNvSpPr/>
            <p:nvPr userDrawn="1"/>
          </p:nvSpPr>
          <p:spPr>
            <a:xfrm>
              <a:off x="10572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0" name="Rechthoek 139">
              <a:extLst>
                <a:ext uri="{FF2B5EF4-FFF2-40B4-BE49-F238E27FC236}">
                  <a16:creationId xmlns:a16="http://schemas.microsoft.com/office/drawing/2014/main" id="{E9F657BB-7594-4CE9-81AE-F174A5FCF7BF}"/>
                </a:ext>
              </a:extLst>
            </p:cNvPr>
            <p:cNvSpPr/>
            <p:nvPr userDrawn="1"/>
          </p:nvSpPr>
          <p:spPr>
            <a:xfrm>
              <a:off x="24479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1" name="Rechthoek 140">
              <a:extLst>
                <a:ext uri="{FF2B5EF4-FFF2-40B4-BE49-F238E27FC236}">
                  <a16:creationId xmlns:a16="http://schemas.microsoft.com/office/drawing/2014/main" id="{DFC37973-9120-49B2-A7ED-15DCB112E254}"/>
                </a:ext>
              </a:extLst>
            </p:cNvPr>
            <p:cNvSpPr/>
            <p:nvPr userDrawn="1"/>
          </p:nvSpPr>
          <p:spPr>
            <a:xfrm>
              <a:off x="38385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2" name="Rechthoek 141">
              <a:extLst>
                <a:ext uri="{FF2B5EF4-FFF2-40B4-BE49-F238E27FC236}">
                  <a16:creationId xmlns:a16="http://schemas.microsoft.com/office/drawing/2014/main" id="{C21B2490-2482-42A9-AD65-3EFCE801B505}"/>
                </a:ext>
              </a:extLst>
            </p:cNvPr>
            <p:cNvSpPr/>
            <p:nvPr userDrawn="1"/>
          </p:nvSpPr>
          <p:spPr>
            <a:xfrm>
              <a:off x="52292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3" name="Rechthoek 142">
              <a:extLst>
                <a:ext uri="{FF2B5EF4-FFF2-40B4-BE49-F238E27FC236}">
                  <a16:creationId xmlns:a16="http://schemas.microsoft.com/office/drawing/2014/main" id="{1AD68A9B-287C-47FA-B23C-EF991C19345D}"/>
                </a:ext>
              </a:extLst>
            </p:cNvPr>
            <p:cNvSpPr/>
            <p:nvPr userDrawn="1"/>
          </p:nvSpPr>
          <p:spPr>
            <a:xfrm>
              <a:off x="66198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4" name="Rechthoek 143">
              <a:extLst>
                <a:ext uri="{FF2B5EF4-FFF2-40B4-BE49-F238E27FC236}">
                  <a16:creationId xmlns:a16="http://schemas.microsoft.com/office/drawing/2014/main" id="{E13DC975-77A9-49F1-840F-60F7F64AA0AE}"/>
                </a:ext>
              </a:extLst>
            </p:cNvPr>
            <p:cNvSpPr/>
            <p:nvPr userDrawn="1"/>
          </p:nvSpPr>
          <p:spPr>
            <a:xfrm>
              <a:off x="80105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5" name="Rechthoek 144">
              <a:extLst>
                <a:ext uri="{FF2B5EF4-FFF2-40B4-BE49-F238E27FC236}">
                  <a16:creationId xmlns:a16="http://schemas.microsoft.com/office/drawing/2014/main" id="{1F4C024A-51DC-4F32-8C8D-B2E1662EBABC}"/>
                </a:ext>
              </a:extLst>
            </p:cNvPr>
            <p:cNvSpPr/>
            <p:nvPr userDrawn="1"/>
          </p:nvSpPr>
          <p:spPr>
            <a:xfrm>
              <a:off x="94011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6" name="Rechthoek 145">
              <a:extLst>
                <a:ext uri="{FF2B5EF4-FFF2-40B4-BE49-F238E27FC236}">
                  <a16:creationId xmlns:a16="http://schemas.microsoft.com/office/drawing/2014/main" id="{7E3E9670-3B8B-4A3E-BBC8-148C50E521E5}"/>
                </a:ext>
              </a:extLst>
            </p:cNvPr>
            <p:cNvSpPr/>
            <p:nvPr userDrawn="1"/>
          </p:nvSpPr>
          <p:spPr>
            <a:xfrm>
              <a:off x="107918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7" name="Rechthoek 146">
              <a:extLst>
                <a:ext uri="{FF2B5EF4-FFF2-40B4-BE49-F238E27FC236}">
                  <a16:creationId xmlns:a16="http://schemas.microsoft.com/office/drawing/2014/main" id="{0D625E2E-D09E-4433-8635-54FE2B610D71}"/>
                </a:ext>
              </a:extLst>
            </p:cNvPr>
            <p:cNvSpPr/>
            <p:nvPr userDrawn="1"/>
          </p:nvSpPr>
          <p:spPr>
            <a:xfrm>
              <a:off x="121824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8" name="Rechthoek 147">
              <a:extLst>
                <a:ext uri="{FF2B5EF4-FFF2-40B4-BE49-F238E27FC236}">
                  <a16:creationId xmlns:a16="http://schemas.microsoft.com/office/drawing/2014/main" id="{4D0CF8CE-893C-4FC4-A604-1E1E339B55E0}"/>
                </a:ext>
              </a:extLst>
            </p:cNvPr>
            <p:cNvSpPr/>
            <p:nvPr userDrawn="1"/>
          </p:nvSpPr>
          <p:spPr>
            <a:xfrm>
              <a:off x="135731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49" name="Rechthoek 148">
              <a:extLst>
                <a:ext uri="{FF2B5EF4-FFF2-40B4-BE49-F238E27FC236}">
                  <a16:creationId xmlns:a16="http://schemas.microsoft.com/office/drawing/2014/main" id="{AA4F597F-E463-4268-91FE-0A240CFB670C}"/>
                </a:ext>
              </a:extLst>
            </p:cNvPr>
            <p:cNvSpPr/>
            <p:nvPr userDrawn="1"/>
          </p:nvSpPr>
          <p:spPr>
            <a:xfrm>
              <a:off x="1496377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0" name="Rechthoek 149">
              <a:extLst>
                <a:ext uri="{FF2B5EF4-FFF2-40B4-BE49-F238E27FC236}">
                  <a16:creationId xmlns:a16="http://schemas.microsoft.com/office/drawing/2014/main" id="{322D01B1-CED0-4098-A701-3BF8B51E38E6}"/>
                </a:ext>
              </a:extLst>
            </p:cNvPr>
            <p:cNvSpPr/>
            <p:nvPr userDrawn="1"/>
          </p:nvSpPr>
          <p:spPr>
            <a:xfrm>
              <a:off x="16354425" y="8603455"/>
              <a:ext cx="1266825" cy="552450"/>
            </a:xfrm>
            <a:prstGeom prst="rect">
              <a:avLst/>
            </a:prstGeom>
            <a:solidFill>
              <a:srgbClr val="CA483E">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a:p>
          </p:txBody>
        </p:sp>
        <p:sp>
          <p:nvSpPr>
            <p:cNvPr id="151" name="Rechthoek 150">
              <a:extLst>
                <a:ext uri="{FF2B5EF4-FFF2-40B4-BE49-F238E27FC236}">
                  <a16:creationId xmlns:a16="http://schemas.microsoft.com/office/drawing/2014/main" id="{9B29E19F-617C-43B4-81CB-8EEF9BCF4A1D}"/>
                </a:ext>
              </a:extLst>
            </p:cNvPr>
            <p:cNvSpPr/>
            <p:nvPr userDrawn="1"/>
          </p:nvSpPr>
          <p:spPr>
            <a:xfrm>
              <a:off x="9527" y="9302390"/>
              <a:ext cx="17611724" cy="552450"/>
            </a:xfrm>
            <a:prstGeom prst="rect">
              <a:avLst/>
            </a:prstGeom>
            <a:solidFill>
              <a:srgbClr val="4472C4">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lang="nl-BE" sz="3240" dirty="0"/>
            </a:p>
          </p:txBody>
        </p:sp>
      </p:grpSp>
      <p:grpSp>
        <p:nvGrpSpPr>
          <p:cNvPr id="168" name="Graphic 6" hidden="1">
            <a:extLst>
              <a:ext uri="{FF2B5EF4-FFF2-40B4-BE49-F238E27FC236}">
                <a16:creationId xmlns:a16="http://schemas.microsoft.com/office/drawing/2014/main" id="{8A0AAF7F-DD0F-4CB1-A1B2-505FC4BCCC2B}"/>
              </a:ext>
            </a:extLst>
          </p:cNvPr>
          <p:cNvGrpSpPr/>
          <p:nvPr userDrawn="1"/>
        </p:nvGrpSpPr>
        <p:grpSpPr>
          <a:xfrm>
            <a:off x="-7144" y="-7144"/>
            <a:ext cx="18297525" cy="10296525"/>
            <a:chOff x="-7144" y="-7144"/>
            <a:chExt cx="18297525" cy="10296525"/>
          </a:xfrm>
          <a:solidFill>
            <a:srgbClr val="FFFFFF">
              <a:alpha val="0"/>
            </a:srgbClr>
          </a:solidFill>
        </p:grpSpPr>
        <p:sp>
          <p:nvSpPr>
            <p:cNvPr id="169" name="Vrije vorm: vorm 168">
              <a:extLst>
                <a:ext uri="{FF2B5EF4-FFF2-40B4-BE49-F238E27FC236}">
                  <a16:creationId xmlns:a16="http://schemas.microsoft.com/office/drawing/2014/main" id="{F1DCEBEA-BD51-4E6A-BDD5-B32F46FCAF21}"/>
                </a:ext>
              </a:extLst>
            </p:cNvPr>
            <p:cNvSpPr/>
            <p:nvPr/>
          </p:nvSpPr>
          <p:spPr>
            <a:xfrm>
              <a:off x="10406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0" name="Vrije vorm: vorm 169">
              <a:extLst>
                <a:ext uri="{FF2B5EF4-FFF2-40B4-BE49-F238E27FC236}">
                  <a16:creationId xmlns:a16="http://schemas.microsoft.com/office/drawing/2014/main" id="{FD08B8C0-EAC8-4271-BD1D-93AF595C0334}"/>
                </a:ext>
              </a:extLst>
            </p:cNvPr>
            <p:cNvSpPr/>
            <p:nvPr/>
          </p:nvSpPr>
          <p:spPr>
            <a:xfrm>
              <a:off x="-7144" y="-7144"/>
              <a:ext cx="18297525" cy="10296525"/>
            </a:xfrm>
            <a:custGeom>
              <a:avLst/>
              <a:gdLst>
                <a:gd name="connsiteX0" fmla="*/ 7144 w 18297525"/>
                <a:gd name="connsiteY0" fmla="*/ 7144 h 10296525"/>
                <a:gd name="connsiteX1" fmla="*/ 18295144 w 18297525"/>
                <a:gd name="connsiteY1" fmla="*/ 7144 h 10296525"/>
                <a:gd name="connsiteX2" fmla="*/ 18295144 w 18297525"/>
                <a:gd name="connsiteY2" fmla="*/ 10294144 h 10296525"/>
                <a:gd name="connsiteX3" fmla="*/ 7144 w 18297525"/>
                <a:gd name="connsiteY3" fmla="*/ 10294144 h 10296525"/>
              </a:gdLst>
              <a:ahLst/>
              <a:cxnLst>
                <a:cxn ang="0">
                  <a:pos x="connsiteX0" y="connsiteY0"/>
                </a:cxn>
                <a:cxn ang="0">
                  <a:pos x="connsiteX1" y="connsiteY1"/>
                </a:cxn>
                <a:cxn ang="0">
                  <a:pos x="connsiteX2" y="connsiteY2"/>
                </a:cxn>
                <a:cxn ang="0">
                  <a:pos x="connsiteX3" y="connsiteY3"/>
                </a:cxn>
              </a:cxnLst>
              <a:rect l="l" t="t" r="r" b="b"/>
              <a:pathLst>
                <a:path w="18297525" h="10296525">
                  <a:moveTo>
                    <a:pt x="7144" y="7144"/>
                  </a:moveTo>
                  <a:lnTo>
                    <a:pt x="18295144" y="7144"/>
                  </a:lnTo>
                  <a:lnTo>
                    <a:pt x="18295144" y="10294144"/>
                  </a:lnTo>
                  <a:lnTo>
                    <a:pt x="7144" y="10294144"/>
                  </a:lnTo>
                  <a:close/>
                </a:path>
              </a:pathLst>
            </a:custGeom>
            <a:grpFill/>
            <a:ln w="9525" cap="flat">
              <a:solidFill>
                <a:schemeClr val="bg1">
                  <a:lumMod val="65000"/>
                </a:schemeClr>
              </a:solidFill>
              <a:prstDash val="solid"/>
              <a:miter/>
            </a:ln>
          </p:spPr>
          <p:txBody>
            <a:bodyPr rtlCol="0" anchor="ctr"/>
            <a:lstStyle/>
            <a:p>
              <a:endParaRPr lang="nl-BE" dirty="0">
                <a:highlight>
                  <a:srgbClr val="FFFF00"/>
                </a:highlight>
              </a:endParaRPr>
            </a:p>
          </p:txBody>
        </p:sp>
        <p:sp>
          <p:nvSpPr>
            <p:cNvPr id="171" name="Vrije vorm: vorm 170">
              <a:extLst>
                <a:ext uri="{FF2B5EF4-FFF2-40B4-BE49-F238E27FC236}">
                  <a16:creationId xmlns:a16="http://schemas.microsoft.com/office/drawing/2014/main" id="{92DE7A37-0B5F-4A33-8877-BF9493146315}"/>
                </a:ext>
              </a:extLst>
            </p:cNvPr>
            <p:cNvSpPr/>
            <p:nvPr/>
          </p:nvSpPr>
          <p:spPr>
            <a:xfrm>
              <a:off x="10406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2" name="Vrije vorm: vorm 171">
              <a:extLst>
                <a:ext uri="{FF2B5EF4-FFF2-40B4-BE49-F238E27FC236}">
                  <a16:creationId xmlns:a16="http://schemas.microsoft.com/office/drawing/2014/main" id="{6F8A9ABB-A2A9-490F-978E-E0F0E67708C9}"/>
                </a:ext>
              </a:extLst>
            </p:cNvPr>
            <p:cNvSpPr/>
            <p:nvPr/>
          </p:nvSpPr>
          <p:spPr>
            <a:xfrm>
              <a:off x="10406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3" name="Vrije vorm: vorm 172">
              <a:extLst>
                <a:ext uri="{FF2B5EF4-FFF2-40B4-BE49-F238E27FC236}">
                  <a16:creationId xmlns:a16="http://schemas.microsoft.com/office/drawing/2014/main" id="{E2C0164E-F16D-4328-887D-B444B8D5799F}"/>
                </a:ext>
              </a:extLst>
            </p:cNvPr>
            <p:cNvSpPr/>
            <p:nvPr/>
          </p:nvSpPr>
          <p:spPr>
            <a:xfrm>
              <a:off x="10406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4" name="Vrije vorm: vorm 173">
              <a:extLst>
                <a:ext uri="{FF2B5EF4-FFF2-40B4-BE49-F238E27FC236}">
                  <a16:creationId xmlns:a16="http://schemas.microsoft.com/office/drawing/2014/main" id="{2DFDFC57-EE90-4415-A198-64E26D72FFC4}"/>
                </a:ext>
              </a:extLst>
            </p:cNvPr>
            <p:cNvSpPr/>
            <p:nvPr/>
          </p:nvSpPr>
          <p:spPr>
            <a:xfrm>
              <a:off x="10406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5" name="Vrije vorm: vorm 174">
              <a:extLst>
                <a:ext uri="{FF2B5EF4-FFF2-40B4-BE49-F238E27FC236}">
                  <a16:creationId xmlns:a16="http://schemas.microsoft.com/office/drawing/2014/main" id="{F64CECF1-92EC-4E9F-9FAF-078C71B824C3}"/>
                </a:ext>
              </a:extLst>
            </p:cNvPr>
            <p:cNvSpPr/>
            <p:nvPr/>
          </p:nvSpPr>
          <p:spPr>
            <a:xfrm>
              <a:off x="10406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6" name="Vrije vorm: vorm 175">
              <a:extLst>
                <a:ext uri="{FF2B5EF4-FFF2-40B4-BE49-F238E27FC236}">
                  <a16:creationId xmlns:a16="http://schemas.microsoft.com/office/drawing/2014/main" id="{9CFD6479-782A-4767-BD69-EA62A2917EAC}"/>
                </a:ext>
              </a:extLst>
            </p:cNvPr>
            <p:cNvSpPr/>
            <p:nvPr/>
          </p:nvSpPr>
          <p:spPr>
            <a:xfrm>
              <a:off x="10406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7" name="Vrije vorm: vorm 176">
              <a:extLst>
                <a:ext uri="{FF2B5EF4-FFF2-40B4-BE49-F238E27FC236}">
                  <a16:creationId xmlns:a16="http://schemas.microsoft.com/office/drawing/2014/main" id="{39C87844-B0D3-4095-A2A1-66DB74BB61E7}"/>
                </a:ext>
              </a:extLst>
            </p:cNvPr>
            <p:cNvSpPr/>
            <p:nvPr/>
          </p:nvSpPr>
          <p:spPr>
            <a:xfrm>
              <a:off x="10406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8" name="Vrije vorm: vorm 177">
              <a:extLst>
                <a:ext uri="{FF2B5EF4-FFF2-40B4-BE49-F238E27FC236}">
                  <a16:creationId xmlns:a16="http://schemas.microsoft.com/office/drawing/2014/main" id="{56142EEF-703A-4C22-8198-0BA6F3C1960E}"/>
                </a:ext>
              </a:extLst>
            </p:cNvPr>
            <p:cNvSpPr/>
            <p:nvPr/>
          </p:nvSpPr>
          <p:spPr>
            <a:xfrm>
              <a:off x="10406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79" name="Vrije vorm: vorm 178">
              <a:extLst>
                <a:ext uri="{FF2B5EF4-FFF2-40B4-BE49-F238E27FC236}">
                  <a16:creationId xmlns:a16="http://schemas.microsoft.com/office/drawing/2014/main" id="{FAE584A2-2C35-47DE-8D98-FF3614A89F42}"/>
                </a:ext>
              </a:extLst>
            </p:cNvPr>
            <p:cNvSpPr/>
            <p:nvPr/>
          </p:nvSpPr>
          <p:spPr>
            <a:xfrm>
              <a:off x="10406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0" name="Vrije vorm: vorm 179">
              <a:extLst>
                <a:ext uri="{FF2B5EF4-FFF2-40B4-BE49-F238E27FC236}">
                  <a16:creationId xmlns:a16="http://schemas.microsoft.com/office/drawing/2014/main" id="{26EBDC24-CB3F-4813-9805-3A2A0D44A8ED}"/>
                </a:ext>
              </a:extLst>
            </p:cNvPr>
            <p:cNvSpPr/>
            <p:nvPr/>
          </p:nvSpPr>
          <p:spPr>
            <a:xfrm>
              <a:off x="10406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1" name="Vrije vorm: vorm 180">
              <a:extLst>
                <a:ext uri="{FF2B5EF4-FFF2-40B4-BE49-F238E27FC236}">
                  <a16:creationId xmlns:a16="http://schemas.microsoft.com/office/drawing/2014/main" id="{8A5A8701-49EC-4727-867C-68DA7013C530}"/>
                </a:ext>
              </a:extLst>
            </p:cNvPr>
            <p:cNvSpPr/>
            <p:nvPr/>
          </p:nvSpPr>
          <p:spPr>
            <a:xfrm>
              <a:off x="10406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2" name="Vrije vorm: vorm 181">
              <a:extLst>
                <a:ext uri="{FF2B5EF4-FFF2-40B4-BE49-F238E27FC236}">
                  <a16:creationId xmlns:a16="http://schemas.microsoft.com/office/drawing/2014/main" id="{37E1922D-681A-453A-BFCD-616668F2883A}"/>
                </a:ext>
              </a:extLst>
            </p:cNvPr>
            <p:cNvSpPr/>
            <p:nvPr/>
          </p:nvSpPr>
          <p:spPr>
            <a:xfrm>
              <a:off x="24312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3" name="Vrije vorm: vorm 182">
              <a:extLst>
                <a:ext uri="{FF2B5EF4-FFF2-40B4-BE49-F238E27FC236}">
                  <a16:creationId xmlns:a16="http://schemas.microsoft.com/office/drawing/2014/main" id="{497CB453-B88A-400B-840D-0DDAAE62A10F}"/>
                </a:ext>
              </a:extLst>
            </p:cNvPr>
            <p:cNvSpPr/>
            <p:nvPr/>
          </p:nvSpPr>
          <p:spPr>
            <a:xfrm>
              <a:off x="24312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4" name="Vrije vorm: vorm 183">
              <a:extLst>
                <a:ext uri="{FF2B5EF4-FFF2-40B4-BE49-F238E27FC236}">
                  <a16:creationId xmlns:a16="http://schemas.microsoft.com/office/drawing/2014/main" id="{F61CDFF9-AF0B-4065-ABB8-D597CDBA8854}"/>
                </a:ext>
              </a:extLst>
            </p:cNvPr>
            <p:cNvSpPr/>
            <p:nvPr/>
          </p:nvSpPr>
          <p:spPr>
            <a:xfrm>
              <a:off x="24312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5" name="Vrije vorm: vorm 184">
              <a:extLst>
                <a:ext uri="{FF2B5EF4-FFF2-40B4-BE49-F238E27FC236}">
                  <a16:creationId xmlns:a16="http://schemas.microsoft.com/office/drawing/2014/main" id="{E3EB7C2B-C1F9-4AFD-8882-60DA92A8ADED}"/>
                </a:ext>
              </a:extLst>
            </p:cNvPr>
            <p:cNvSpPr/>
            <p:nvPr/>
          </p:nvSpPr>
          <p:spPr>
            <a:xfrm>
              <a:off x="24312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6" name="Vrije vorm: vorm 185">
              <a:extLst>
                <a:ext uri="{FF2B5EF4-FFF2-40B4-BE49-F238E27FC236}">
                  <a16:creationId xmlns:a16="http://schemas.microsoft.com/office/drawing/2014/main" id="{489C6816-0854-40AA-ABEB-111F5910589C}"/>
                </a:ext>
              </a:extLst>
            </p:cNvPr>
            <p:cNvSpPr/>
            <p:nvPr/>
          </p:nvSpPr>
          <p:spPr>
            <a:xfrm>
              <a:off x="24312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7" name="Vrije vorm: vorm 186">
              <a:extLst>
                <a:ext uri="{FF2B5EF4-FFF2-40B4-BE49-F238E27FC236}">
                  <a16:creationId xmlns:a16="http://schemas.microsoft.com/office/drawing/2014/main" id="{0231460C-657B-4A78-8DEE-68E18F741156}"/>
                </a:ext>
              </a:extLst>
            </p:cNvPr>
            <p:cNvSpPr/>
            <p:nvPr/>
          </p:nvSpPr>
          <p:spPr>
            <a:xfrm>
              <a:off x="24312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8" name="Vrije vorm: vorm 187">
              <a:extLst>
                <a:ext uri="{FF2B5EF4-FFF2-40B4-BE49-F238E27FC236}">
                  <a16:creationId xmlns:a16="http://schemas.microsoft.com/office/drawing/2014/main" id="{B5033D87-EEDD-4F13-B0C3-CF9361532B11}"/>
                </a:ext>
              </a:extLst>
            </p:cNvPr>
            <p:cNvSpPr/>
            <p:nvPr/>
          </p:nvSpPr>
          <p:spPr>
            <a:xfrm>
              <a:off x="24312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89" name="Vrije vorm: vorm 188">
              <a:extLst>
                <a:ext uri="{FF2B5EF4-FFF2-40B4-BE49-F238E27FC236}">
                  <a16:creationId xmlns:a16="http://schemas.microsoft.com/office/drawing/2014/main" id="{7C5F0B27-3C63-42C4-8594-450FCB00312C}"/>
                </a:ext>
              </a:extLst>
            </p:cNvPr>
            <p:cNvSpPr/>
            <p:nvPr/>
          </p:nvSpPr>
          <p:spPr>
            <a:xfrm>
              <a:off x="24312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0" name="Vrije vorm: vorm 189">
              <a:extLst>
                <a:ext uri="{FF2B5EF4-FFF2-40B4-BE49-F238E27FC236}">
                  <a16:creationId xmlns:a16="http://schemas.microsoft.com/office/drawing/2014/main" id="{99F80DAA-B96E-4701-9CB5-F49111E78250}"/>
                </a:ext>
              </a:extLst>
            </p:cNvPr>
            <p:cNvSpPr/>
            <p:nvPr/>
          </p:nvSpPr>
          <p:spPr>
            <a:xfrm>
              <a:off x="24312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1" name="Vrije vorm: vorm 190">
              <a:extLst>
                <a:ext uri="{FF2B5EF4-FFF2-40B4-BE49-F238E27FC236}">
                  <a16:creationId xmlns:a16="http://schemas.microsoft.com/office/drawing/2014/main" id="{13692850-9541-4BB4-B362-AE0171ACBF31}"/>
                </a:ext>
              </a:extLst>
            </p:cNvPr>
            <p:cNvSpPr/>
            <p:nvPr/>
          </p:nvSpPr>
          <p:spPr>
            <a:xfrm>
              <a:off x="24312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2" name="Vrije vorm: vorm 191">
              <a:extLst>
                <a:ext uri="{FF2B5EF4-FFF2-40B4-BE49-F238E27FC236}">
                  <a16:creationId xmlns:a16="http://schemas.microsoft.com/office/drawing/2014/main" id="{572B36D2-56CF-4A7D-AC9B-7E969D54D4E7}"/>
                </a:ext>
              </a:extLst>
            </p:cNvPr>
            <p:cNvSpPr/>
            <p:nvPr/>
          </p:nvSpPr>
          <p:spPr>
            <a:xfrm>
              <a:off x="24312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3" name="Vrije vorm: vorm 192">
              <a:extLst>
                <a:ext uri="{FF2B5EF4-FFF2-40B4-BE49-F238E27FC236}">
                  <a16:creationId xmlns:a16="http://schemas.microsoft.com/office/drawing/2014/main" id="{A2C92572-F8D7-44A2-9D57-45E262873BB0}"/>
                </a:ext>
              </a:extLst>
            </p:cNvPr>
            <p:cNvSpPr/>
            <p:nvPr/>
          </p:nvSpPr>
          <p:spPr>
            <a:xfrm>
              <a:off x="24312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4" name="Vrije vorm: vorm 193">
              <a:extLst>
                <a:ext uri="{FF2B5EF4-FFF2-40B4-BE49-F238E27FC236}">
                  <a16:creationId xmlns:a16="http://schemas.microsoft.com/office/drawing/2014/main" id="{EB4332FB-9BEE-4210-ADF6-1A74B1ED2CB5}"/>
                </a:ext>
              </a:extLst>
            </p:cNvPr>
            <p:cNvSpPr/>
            <p:nvPr/>
          </p:nvSpPr>
          <p:spPr>
            <a:xfrm>
              <a:off x="38219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5" name="Vrije vorm: vorm 194">
              <a:extLst>
                <a:ext uri="{FF2B5EF4-FFF2-40B4-BE49-F238E27FC236}">
                  <a16:creationId xmlns:a16="http://schemas.microsoft.com/office/drawing/2014/main" id="{B93E0225-17F2-4084-9801-80F75B2958FA}"/>
                </a:ext>
              </a:extLst>
            </p:cNvPr>
            <p:cNvSpPr/>
            <p:nvPr/>
          </p:nvSpPr>
          <p:spPr>
            <a:xfrm>
              <a:off x="38219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6" name="Vrije vorm: vorm 195">
              <a:extLst>
                <a:ext uri="{FF2B5EF4-FFF2-40B4-BE49-F238E27FC236}">
                  <a16:creationId xmlns:a16="http://schemas.microsoft.com/office/drawing/2014/main" id="{3AD07331-36A6-421A-8E9A-547F75B78B3B}"/>
                </a:ext>
              </a:extLst>
            </p:cNvPr>
            <p:cNvSpPr/>
            <p:nvPr/>
          </p:nvSpPr>
          <p:spPr>
            <a:xfrm>
              <a:off x="38219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7" name="Vrije vorm: vorm 196">
              <a:extLst>
                <a:ext uri="{FF2B5EF4-FFF2-40B4-BE49-F238E27FC236}">
                  <a16:creationId xmlns:a16="http://schemas.microsoft.com/office/drawing/2014/main" id="{FF7BB381-288F-4A37-8BC1-C179199E33DB}"/>
                </a:ext>
              </a:extLst>
            </p:cNvPr>
            <p:cNvSpPr/>
            <p:nvPr/>
          </p:nvSpPr>
          <p:spPr>
            <a:xfrm>
              <a:off x="38219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8" name="Vrije vorm: vorm 197">
              <a:extLst>
                <a:ext uri="{FF2B5EF4-FFF2-40B4-BE49-F238E27FC236}">
                  <a16:creationId xmlns:a16="http://schemas.microsoft.com/office/drawing/2014/main" id="{9D36DF80-7790-4E85-AE98-3A408ECDED22}"/>
                </a:ext>
              </a:extLst>
            </p:cNvPr>
            <p:cNvSpPr/>
            <p:nvPr/>
          </p:nvSpPr>
          <p:spPr>
            <a:xfrm>
              <a:off x="38219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199" name="Vrije vorm: vorm 198">
              <a:extLst>
                <a:ext uri="{FF2B5EF4-FFF2-40B4-BE49-F238E27FC236}">
                  <a16:creationId xmlns:a16="http://schemas.microsoft.com/office/drawing/2014/main" id="{E7E2E3D6-C555-46A7-83AE-449EECD859CC}"/>
                </a:ext>
              </a:extLst>
            </p:cNvPr>
            <p:cNvSpPr/>
            <p:nvPr/>
          </p:nvSpPr>
          <p:spPr>
            <a:xfrm>
              <a:off x="38219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0" name="Vrije vorm: vorm 199">
              <a:extLst>
                <a:ext uri="{FF2B5EF4-FFF2-40B4-BE49-F238E27FC236}">
                  <a16:creationId xmlns:a16="http://schemas.microsoft.com/office/drawing/2014/main" id="{139EB61E-32AD-43B0-A56F-52E4E28A315C}"/>
                </a:ext>
              </a:extLst>
            </p:cNvPr>
            <p:cNvSpPr/>
            <p:nvPr/>
          </p:nvSpPr>
          <p:spPr>
            <a:xfrm>
              <a:off x="38219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1" name="Vrije vorm: vorm 200">
              <a:extLst>
                <a:ext uri="{FF2B5EF4-FFF2-40B4-BE49-F238E27FC236}">
                  <a16:creationId xmlns:a16="http://schemas.microsoft.com/office/drawing/2014/main" id="{3086C5A4-5E29-4518-87C8-1FA0CAE4150A}"/>
                </a:ext>
              </a:extLst>
            </p:cNvPr>
            <p:cNvSpPr/>
            <p:nvPr/>
          </p:nvSpPr>
          <p:spPr>
            <a:xfrm>
              <a:off x="38219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2" name="Vrije vorm: vorm 201">
              <a:extLst>
                <a:ext uri="{FF2B5EF4-FFF2-40B4-BE49-F238E27FC236}">
                  <a16:creationId xmlns:a16="http://schemas.microsoft.com/office/drawing/2014/main" id="{46C5339E-AB25-4978-8E9C-B3C2531EC88F}"/>
                </a:ext>
              </a:extLst>
            </p:cNvPr>
            <p:cNvSpPr/>
            <p:nvPr/>
          </p:nvSpPr>
          <p:spPr>
            <a:xfrm>
              <a:off x="38219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3" name="Vrije vorm: vorm 202">
              <a:extLst>
                <a:ext uri="{FF2B5EF4-FFF2-40B4-BE49-F238E27FC236}">
                  <a16:creationId xmlns:a16="http://schemas.microsoft.com/office/drawing/2014/main" id="{020EA7C7-EAA6-4C71-B729-64732A5C581B}"/>
                </a:ext>
              </a:extLst>
            </p:cNvPr>
            <p:cNvSpPr/>
            <p:nvPr/>
          </p:nvSpPr>
          <p:spPr>
            <a:xfrm>
              <a:off x="38219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4" name="Vrije vorm: vorm 203">
              <a:extLst>
                <a:ext uri="{FF2B5EF4-FFF2-40B4-BE49-F238E27FC236}">
                  <a16:creationId xmlns:a16="http://schemas.microsoft.com/office/drawing/2014/main" id="{E5244770-65CB-4917-A6BD-5684F23CEC98}"/>
                </a:ext>
              </a:extLst>
            </p:cNvPr>
            <p:cNvSpPr/>
            <p:nvPr/>
          </p:nvSpPr>
          <p:spPr>
            <a:xfrm>
              <a:off x="38219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5" name="Vrije vorm: vorm 204">
              <a:extLst>
                <a:ext uri="{FF2B5EF4-FFF2-40B4-BE49-F238E27FC236}">
                  <a16:creationId xmlns:a16="http://schemas.microsoft.com/office/drawing/2014/main" id="{C6DBA397-4E63-4985-BBAA-69C197879DDC}"/>
                </a:ext>
              </a:extLst>
            </p:cNvPr>
            <p:cNvSpPr/>
            <p:nvPr/>
          </p:nvSpPr>
          <p:spPr>
            <a:xfrm>
              <a:off x="38219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6" name="Vrije vorm: vorm 205">
              <a:extLst>
                <a:ext uri="{FF2B5EF4-FFF2-40B4-BE49-F238E27FC236}">
                  <a16:creationId xmlns:a16="http://schemas.microsoft.com/office/drawing/2014/main" id="{15F003C3-8CCA-44E9-A537-88A5318E3A58}"/>
                </a:ext>
              </a:extLst>
            </p:cNvPr>
            <p:cNvSpPr/>
            <p:nvPr/>
          </p:nvSpPr>
          <p:spPr>
            <a:xfrm>
              <a:off x="52125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7" name="Vrije vorm: vorm 206">
              <a:extLst>
                <a:ext uri="{FF2B5EF4-FFF2-40B4-BE49-F238E27FC236}">
                  <a16:creationId xmlns:a16="http://schemas.microsoft.com/office/drawing/2014/main" id="{793F9362-7536-4184-8AD1-13DC3CF55525}"/>
                </a:ext>
              </a:extLst>
            </p:cNvPr>
            <p:cNvSpPr/>
            <p:nvPr/>
          </p:nvSpPr>
          <p:spPr>
            <a:xfrm>
              <a:off x="52125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8" name="Vrije vorm: vorm 207">
              <a:extLst>
                <a:ext uri="{FF2B5EF4-FFF2-40B4-BE49-F238E27FC236}">
                  <a16:creationId xmlns:a16="http://schemas.microsoft.com/office/drawing/2014/main" id="{1797BBD5-DBF5-4821-BC13-134F4B742E74}"/>
                </a:ext>
              </a:extLst>
            </p:cNvPr>
            <p:cNvSpPr/>
            <p:nvPr/>
          </p:nvSpPr>
          <p:spPr>
            <a:xfrm>
              <a:off x="52125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09" name="Vrije vorm: vorm 208">
              <a:extLst>
                <a:ext uri="{FF2B5EF4-FFF2-40B4-BE49-F238E27FC236}">
                  <a16:creationId xmlns:a16="http://schemas.microsoft.com/office/drawing/2014/main" id="{E63B1547-139D-4E61-A6FF-E8DF1C73DF67}"/>
                </a:ext>
              </a:extLst>
            </p:cNvPr>
            <p:cNvSpPr/>
            <p:nvPr/>
          </p:nvSpPr>
          <p:spPr>
            <a:xfrm>
              <a:off x="52125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0" name="Vrije vorm: vorm 209">
              <a:extLst>
                <a:ext uri="{FF2B5EF4-FFF2-40B4-BE49-F238E27FC236}">
                  <a16:creationId xmlns:a16="http://schemas.microsoft.com/office/drawing/2014/main" id="{E1321F02-540A-4188-BD25-6B26E347D251}"/>
                </a:ext>
              </a:extLst>
            </p:cNvPr>
            <p:cNvSpPr/>
            <p:nvPr/>
          </p:nvSpPr>
          <p:spPr>
            <a:xfrm>
              <a:off x="52125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1" name="Vrije vorm: vorm 210">
              <a:extLst>
                <a:ext uri="{FF2B5EF4-FFF2-40B4-BE49-F238E27FC236}">
                  <a16:creationId xmlns:a16="http://schemas.microsoft.com/office/drawing/2014/main" id="{8AE1F77D-89BA-49BD-B5F6-D1D8FA420BB9}"/>
                </a:ext>
              </a:extLst>
            </p:cNvPr>
            <p:cNvSpPr/>
            <p:nvPr/>
          </p:nvSpPr>
          <p:spPr>
            <a:xfrm>
              <a:off x="52125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2" name="Vrije vorm: vorm 211">
              <a:extLst>
                <a:ext uri="{FF2B5EF4-FFF2-40B4-BE49-F238E27FC236}">
                  <a16:creationId xmlns:a16="http://schemas.microsoft.com/office/drawing/2014/main" id="{59287451-C612-464E-9C13-0A88B9F4C4AB}"/>
                </a:ext>
              </a:extLst>
            </p:cNvPr>
            <p:cNvSpPr/>
            <p:nvPr/>
          </p:nvSpPr>
          <p:spPr>
            <a:xfrm>
              <a:off x="52125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3" name="Vrije vorm: vorm 212">
              <a:extLst>
                <a:ext uri="{FF2B5EF4-FFF2-40B4-BE49-F238E27FC236}">
                  <a16:creationId xmlns:a16="http://schemas.microsoft.com/office/drawing/2014/main" id="{7C5C4F3D-241A-4EDC-9A4B-8B56C2D6E120}"/>
                </a:ext>
              </a:extLst>
            </p:cNvPr>
            <p:cNvSpPr/>
            <p:nvPr/>
          </p:nvSpPr>
          <p:spPr>
            <a:xfrm>
              <a:off x="52125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4" name="Vrije vorm: vorm 213">
              <a:extLst>
                <a:ext uri="{FF2B5EF4-FFF2-40B4-BE49-F238E27FC236}">
                  <a16:creationId xmlns:a16="http://schemas.microsoft.com/office/drawing/2014/main" id="{815F0A0A-F8FD-4E1D-8DBA-0C62D7CC2ED3}"/>
                </a:ext>
              </a:extLst>
            </p:cNvPr>
            <p:cNvSpPr/>
            <p:nvPr/>
          </p:nvSpPr>
          <p:spPr>
            <a:xfrm>
              <a:off x="52125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5" name="Vrije vorm: vorm 214">
              <a:extLst>
                <a:ext uri="{FF2B5EF4-FFF2-40B4-BE49-F238E27FC236}">
                  <a16:creationId xmlns:a16="http://schemas.microsoft.com/office/drawing/2014/main" id="{1D15493A-63D5-4610-94A8-1D841C235B47}"/>
                </a:ext>
              </a:extLst>
            </p:cNvPr>
            <p:cNvSpPr/>
            <p:nvPr/>
          </p:nvSpPr>
          <p:spPr>
            <a:xfrm>
              <a:off x="52125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6" name="Vrije vorm: vorm 215">
              <a:extLst>
                <a:ext uri="{FF2B5EF4-FFF2-40B4-BE49-F238E27FC236}">
                  <a16:creationId xmlns:a16="http://schemas.microsoft.com/office/drawing/2014/main" id="{1F0A4721-57CA-407A-86AD-742855631F0A}"/>
                </a:ext>
              </a:extLst>
            </p:cNvPr>
            <p:cNvSpPr/>
            <p:nvPr/>
          </p:nvSpPr>
          <p:spPr>
            <a:xfrm>
              <a:off x="52125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7" name="Vrije vorm: vorm 216">
              <a:extLst>
                <a:ext uri="{FF2B5EF4-FFF2-40B4-BE49-F238E27FC236}">
                  <a16:creationId xmlns:a16="http://schemas.microsoft.com/office/drawing/2014/main" id="{2EE89D6D-CABF-435D-9317-40DA8ED7ABC1}"/>
                </a:ext>
              </a:extLst>
            </p:cNvPr>
            <p:cNvSpPr/>
            <p:nvPr/>
          </p:nvSpPr>
          <p:spPr>
            <a:xfrm>
              <a:off x="52125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8" name="Vrije vorm: vorm 217">
              <a:extLst>
                <a:ext uri="{FF2B5EF4-FFF2-40B4-BE49-F238E27FC236}">
                  <a16:creationId xmlns:a16="http://schemas.microsoft.com/office/drawing/2014/main" id="{0BF7581F-74B7-4E19-A9F4-CC02C34CC7E9}"/>
                </a:ext>
              </a:extLst>
            </p:cNvPr>
            <p:cNvSpPr/>
            <p:nvPr/>
          </p:nvSpPr>
          <p:spPr>
            <a:xfrm>
              <a:off x="66032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19" name="Vrije vorm: vorm 218">
              <a:extLst>
                <a:ext uri="{FF2B5EF4-FFF2-40B4-BE49-F238E27FC236}">
                  <a16:creationId xmlns:a16="http://schemas.microsoft.com/office/drawing/2014/main" id="{B1AD4A4A-49D0-46BF-849A-1A6A3CC392CB}"/>
                </a:ext>
              </a:extLst>
            </p:cNvPr>
            <p:cNvSpPr/>
            <p:nvPr/>
          </p:nvSpPr>
          <p:spPr>
            <a:xfrm>
              <a:off x="66032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0" name="Vrije vorm: vorm 219">
              <a:extLst>
                <a:ext uri="{FF2B5EF4-FFF2-40B4-BE49-F238E27FC236}">
                  <a16:creationId xmlns:a16="http://schemas.microsoft.com/office/drawing/2014/main" id="{3A42FA4A-7FE0-4704-BDB8-238F187C36D0}"/>
                </a:ext>
              </a:extLst>
            </p:cNvPr>
            <p:cNvSpPr/>
            <p:nvPr/>
          </p:nvSpPr>
          <p:spPr>
            <a:xfrm>
              <a:off x="66032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1" name="Vrije vorm: vorm 220">
              <a:extLst>
                <a:ext uri="{FF2B5EF4-FFF2-40B4-BE49-F238E27FC236}">
                  <a16:creationId xmlns:a16="http://schemas.microsoft.com/office/drawing/2014/main" id="{E662FE9A-2DE4-4F36-A35D-992FE01D24E7}"/>
                </a:ext>
              </a:extLst>
            </p:cNvPr>
            <p:cNvSpPr/>
            <p:nvPr/>
          </p:nvSpPr>
          <p:spPr>
            <a:xfrm>
              <a:off x="66032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2" name="Vrije vorm: vorm 221">
              <a:extLst>
                <a:ext uri="{FF2B5EF4-FFF2-40B4-BE49-F238E27FC236}">
                  <a16:creationId xmlns:a16="http://schemas.microsoft.com/office/drawing/2014/main" id="{B150B04B-342B-4377-AEBB-B317ED4AC32D}"/>
                </a:ext>
              </a:extLst>
            </p:cNvPr>
            <p:cNvSpPr/>
            <p:nvPr/>
          </p:nvSpPr>
          <p:spPr>
            <a:xfrm>
              <a:off x="66032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3" name="Vrije vorm: vorm 222">
              <a:extLst>
                <a:ext uri="{FF2B5EF4-FFF2-40B4-BE49-F238E27FC236}">
                  <a16:creationId xmlns:a16="http://schemas.microsoft.com/office/drawing/2014/main" id="{921631A7-1936-4C30-8858-C3D6A4B3BB6C}"/>
                </a:ext>
              </a:extLst>
            </p:cNvPr>
            <p:cNvSpPr/>
            <p:nvPr/>
          </p:nvSpPr>
          <p:spPr>
            <a:xfrm>
              <a:off x="66032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4" name="Vrije vorm: vorm 223">
              <a:extLst>
                <a:ext uri="{FF2B5EF4-FFF2-40B4-BE49-F238E27FC236}">
                  <a16:creationId xmlns:a16="http://schemas.microsoft.com/office/drawing/2014/main" id="{12262A95-CB74-4F15-817D-705EBA84AA77}"/>
                </a:ext>
              </a:extLst>
            </p:cNvPr>
            <p:cNvSpPr/>
            <p:nvPr/>
          </p:nvSpPr>
          <p:spPr>
            <a:xfrm>
              <a:off x="66032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5" name="Vrije vorm: vorm 224">
              <a:extLst>
                <a:ext uri="{FF2B5EF4-FFF2-40B4-BE49-F238E27FC236}">
                  <a16:creationId xmlns:a16="http://schemas.microsoft.com/office/drawing/2014/main" id="{14EF9739-70DA-4D80-86B2-F24D073F288F}"/>
                </a:ext>
              </a:extLst>
            </p:cNvPr>
            <p:cNvSpPr/>
            <p:nvPr/>
          </p:nvSpPr>
          <p:spPr>
            <a:xfrm>
              <a:off x="66032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6" name="Vrije vorm: vorm 225">
              <a:extLst>
                <a:ext uri="{FF2B5EF4-FFF2-40B4-BE49-F238E27FC236}">
                  <a16:creationId xmlns:a16="http://schemas.microsoft.com/office/drawing/2014/main" id="{A33150B7-CDF3-4E5B-84E9-D946405BCB90}"/>
                </a:ext>
              </a:extLst>
            </p:cNvPr>
            <p:cNvSpPr/>
            <p:nvPr/>
          </p:nvSpPr>
          <p:spPr>
            <a:xfrm>
              <a:off x="66032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7" name="Vrije vorm: vorm 226">
              <a:extLst>
                <a:ext uri="{FF2B5EF4-FFF2-40B4-BE49-F238E27FC236}">
                  <a16:creationId xmlns:a16="http://schemas.microsoft.com/office/drawing/2014/main" id="{31037E07-93C3-45D7-9A6B-EB47AFDD527D}"/>
                </a:ext>
              </a:extLst>
            </p:cNvPr>
            <p:cNvSpPr/>
            <p:nvPr/>
          </p:nvSpPr>
          <p:spPr>
            <a:xfrm>
              <a:off x="66032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8" name="Vrije vorm: vorm 227">
              <a:extLst>
                <a:ext uri="{FF2B5EF4-FFF2-40B4-BE49-F238E27FC236}">
                  <a16:creationId xmlns:a16="http://schemas.microsoft.com/office/drawing/2014/main" id="{1B0B00C7-EB32-4F07-814B-4CE22FF3F070}"/>
                </a:ext>
              </a:extLst>
            </p:cNvPr>
            <p:cNvSpPr/>
            <p:nvPr/>
          </p:nvSpPr>
          <p:spPr>
            <a:xfrm>
              <a:off x="66032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29" name="Vrije vorm: vorm 228">
              <a:extLst>
                <a:ext uri="{FF2B5EF4-FFF2-40B4-BE49-F238E27FC236}">
                  <a16:creationId xmlns:a16="http://schemas.microsoft.com/office/drawing/2014/main" id="{A2EBA371-9949-4EAF-A654-5DBDF963E9E5}"/>
                </a:ext>
              </a:extLst>
            </p:cNvPr>
            <p:cNvSpPr/>
            <p:nvPr/>
          </p:nvSpPr>
          <p:spPr>
            <a:xfrm>
              <a:off x="66032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0" name="Vrije vorm: vorm 229">
              <a:extLst>
                <a:ext uri="{FF2B5EF4-FFF2-40B4-BE49-F238E27FC236}">
                  <a16:creationId xmlns:a16="http://schemas.microsoft.com/office/drawing/2014/main" id="{1D4F4521-E59C-409B-BE0E-C9D5AEDC2A8F}"/>
                </a:ext>
              </a:extLst>
            </p:cNvPr>
            <p:cNvSpPr/>
            <p:nvPr/>
          </p:nvSpPr>
          <p:spPr>
            <a:xfrm>
              <a:off x="79938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1" name="Vrije vorm: vorm 230">
              <a:extLst>
                <a:ext uri="{FF2B5EF4-FFF2-40B4-BE49-F238E27FC236}">
                  <a16:creationId xmlns:a16="http://schemas.microsoft.com/office/drawing/2014/main" id="{FFE49938-73CD-4832-8C49-3D82E7F6ED56}"/>
                </a:ext>
              </a:extLst>
            </p:cNvPr>
            <p:cNvSpPr/>
            <p:nvPr/>
          </p:nvSpPr>
          <p:spPr>
            <a:xfrm>
              <a:off x="79938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2" name="Vrije vorm: vorm 231">
              <a:extLst>
                <a:ext uri="{FF2B5EF4-FFF2-40B4-BE49-F238E27FC236}">
                  <a16:creationId xmlns:a16="http://schemas.microsoft.com/office/drawing/2014/main" id="{0F486BF9-F68A-49D5-906C-5568892D0886}"/>
                </a:ext>
              </a:extLst>
            </p:cNvPr>
            <p:cNvSpPr/>
            <p:nvPr/>
          </p:nvSpPr>
          <p:spPr>
            <a:xfrm>
              <a:off x="79938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3" name="Vrije vorm: vorm 232">
              <a:extLst>
                <a:ext uri="{FF2B5EF4-FFF2-40B4-BE49-F238E27FC236}">
                  <a16:creationId xmlns:a16="http://schemas.microsoft.com/office/drawing/2014/main" id="{2AFA228E-9C1A-4808-B110-207F17359D21}"/>
                </a:ext>
              </a:extLst>
            </p:cNvPr>
            <p:cNvSpPr/>
            <p:nvPr/>
          </p:nvSpPr>
          <p:spPr>
            <a:xfrm>
              <a:off x="79938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4" name="Vrije vorm: vorm 233">
              <a:extLst>
                <a:ext uri="{FF2B5EF4-FFF2-40B4-BE49-F238E27FC236}">
                  <a16:creationId xmlns:a16="http://schemas.microsoft.com/office/drawing/2014/main" id="{30436F4A-77D5-45D6-ABF3-465239315E63}"/>
                </a:ext>
              </a:extLst>
            </p:cNvPr>
            <p:cNvSpPr/>
            <p:nvPr/>
          </p:nvSpPr>
          <p:spPr>
            <a:xfrm>
              <a:off x="79938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5" name="Vrije vorm: vorm 234">
              <a:extLst>
                <a:ext uri="{FF2B5EF4-FFF2-40B4-BE49-F238E27FC236}">
                  <a16:creationId xmlns:a16="http://schemas.microsoft.com/office/drawing/2014/main" id="{6A3EC34F-07B3-4782-BF8D-19004113AB70}"/>
                </a:ext>
              </a:extLst>
            </p:cNvPr>
            <p:cNvSpPr/>
            <p:nvPr/>
          </p:nvSpPr>
          <p:spPr>
            <a:xfrm>
              <a:off x="79938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6" name="Vrije vorm: vorm 235">
              <a:extLst>
                <a:ext uri="{FF2B5EF4-FFF2-40B4-BE49-F238E27FC236}">
                  <a16:creationId xmlns:a16="http://schemas.microsoft.com/office/drawing/2014/main" id="{D4290E9C-DF79-4EE5-AEAC-AAF203C6B663}"/>
                </a:ext>
              </a:extLst>
            </p:cNvPr>
            <p:cNvSpPr/>
            <p:nvPr/>
          </p:nvSpPr>
          <p:spPr>
            <a:xfrm>
              <a:off x="79938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7" name="Vrije vorm: vorm 236">
              <a:extLst>
                <a:ext uri="{FF2B5EF4-FFF2-40B4-BE49-F238E27FC236}">
                  <a16:creationId xmlns:a16="http://schemas.microsoft.com/office/drawing/2014/main" id="{8F41F57B-9C00-47EA-9E23-DE35868286B5}"/>
                </a:ext>
              </a:extLst>
            </p:cNvPr>
            <p:cNvSpPr/>
            <p:nvPr/>
          </p:nvSpPr>
          <p:spPr>
            <a:xfrm>
              <a:off x="79938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8" name="Vrije vorm: vorm 237">
              <a:extLst>
                <a:ext uri="{FF2B5EF4-FFF2-40B4-BE49-F238E27FC236}">
                  <a16:creationId xmlns:a16="http://schemas.microsoft.com/office/drawing/2014/main" id="{9BC7717F-A995-417E-A827-2A3ADD92EEF9}"/>
                </a:ext>
              </a:extLst>
            </p:cNvPr>
            <p:cNvSpPr/>
            <p:nvPr/>
          </p:nvSpPr>
          <p:spPr>
            <a:xfrm>
              <a:off x="79938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39" name="Vrije vorm: vorm 238">
              <a:extLst>
                <a:ext uri="{FF2B5EF4-FFF2-40B4-BE49-F238E27FC236}">
                  <a16:creationId xmlns:a16="http://schemas.microsoft.com/office/drawing/2014/main" id="{5B5D8E0C-EC79-4F1F-9744-A5BA8291FF69}"/>
                </a:ext>
              </a:extLst>
            </p:cNvPr>
            <p:cNvSpPr/>
            <p:nvPr/>
          </p:nvSpPr>
          <p:spPr>
            <a:xfrm>
              <a:off x="79938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0" name="Vrije vorm: vorm 239">
              <a:extLst>
                <a:ext uri="{FF2B5EF4-FFF2-40B4-BE49-F238E27FC236}">
                  <a16:creationId xmlns:a16="http://schemas.microsoft.com/office/drawing/2014/main" id="{8162E9CB-F784-4F64-9770-F42016C04329}"/>
                </a:ext>
              </a:extLst>
            </p:cNvPr>
            <p:cNvSpPr/>
            <p:nvPr/>
          </p:nvSpPr>
          <p:spPr>
            <a:xfrm>
              <a:off x="79938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1" name="Vrije vorm: vorm 240">
              <a:extLst>
                <a:ext uri="{FF2B5EF4-FFF2-40B4-BE49-F238E27FC236}">
                  <a16:creationId xmlns:a16="http://schemas.microsoft.com/office/drawing/2014/main" id="{7A17B65B-88AE-40C2-ACA8-B2FE38B0839B}"/>
                </a:ext>
              </a:extLst>
            </p:cNvPr>
            <p:cNvSpPr/>
            <p:nvPr/>
          </p:nvSpPr>
          <p:spPr>
            <a:xfrm>
              <a:off x="79938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2" name="Vrije vorm: vorm 241">
              <a:extLst>
                <a:ext uri="{FF2B5EF4-FFF2-40B4-BE49-F238E27FC236}">
                  <a16:creationId xmlns:a16="http://schemas.microsoft.com/office/drawing/2014/main" id="{0D175333-BA59-43F8-A2B5-64FC41B9D237}"/>
                </a:ext>
              </a:extLst>
            </p:cNvPr>
            <p:cNvSpPr/>
            <p:nvPr/>
          </p:nvSpPr>
          <p:spPr>
            <a:xfrm>
              <a:off x="93845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3" name="Vrije vorm: vorm 242">
              <a:extLst>
                <a:ext uri="{FF2B5EF4-FFF2-40B4-BE49-F238E27FC236}">
                  <a16:creationId xmlns:a16="http://schemas.microsoft.com/office/drawing/2014/main" id="{199281A4-F139-4CB2-A7C8-8DB737FC596A}"/>
                </a:ext>
              </a:extLst>
            </p:cNvPr>
            <p:cNvSpPr/>
            <p:nvPr/>
          </p:nvSpPr>
          <p:spPr>
            <a:xfrm>
              <a:off x="93845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4" name="Vrije vorm: vorm 243">
              <a:extLst>
                <a:ext uri="{FF2B5EF4-FFF2-40B4-BE49-F238E27FC236}">
                  <a16:creationId xmlns:a16="http://schemas.microsoft.com/office/drawing/2014/main" id="{BEB2514B-CA36-4E88-88CB-EE2F29C56450}"/>
                </a:ext>
              </a:extLst>
            </p:cNvPr>
            <p:cNvSpPr/>
            <p:nvPr/>
          </p:nvSpPr>
          <p:spPr>
            <a:xfrm>
              <a:off x="93845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5" name="Vrije vorm: vorm 244">
              <a:extLst>
                <a:ext uri="{FF2B5EF4-FFF2-40B4-BE49-F238E27FC236}">
                  <a16:creationId xmlns:a16="http://schemas.microsoft.com/office/drawing/2014/main" id="{54F13D69-07CF-44C5-9505-0A59A32116BC}"/>
                </a:ext>
              </a:extLst>
            </p:cNvPr>
            <p:cNvSpPr/>
            <p:nvPr/>
          </p:nvSpPr>
          <p:spPr>
            <a:xfrm>
              <a:off x="93845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6" name="Vrije vorm: vorm 245">
              <a:extLst>
                <a:ext uri="{FF2B5EF4-FFF2-40B4-BE49-F238E27FC236}">
                  <a16:creationId xmlns:a16="http://schemas.microsoft.com/office/drawing/2014/main" id="{3C7CD5EC-B6DF-4DDA-8683-B42999021E21}"/>
                </a:ext>
              </a:extLst>
            </p:cNvPr>
            <p:cNvSpPr/>
            <p:nvPr/>
          </p:nvSpPr>
          <p:spPr>
            <a:xfrm>
              <a:off x="93845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7" name="Vrije vorm: vorm 246">
              <a:extLst>
                <a:ext uri="{FF2B5EF4-FFF2-40B4-BE49-F238E27FC236}">
                  <a16:creationId xmlns:a16="http://schemas.microsoft.com/office/drawing/2014/main" id="{8D9AD9E3-E25A-4320-9EF4-344AAAD0E122}"/>
                </a:ext>
              </a:extLst>
            </p:cNvPr>
            <p:cNvSpPr/>
            <p:nvPr/>
          </p:nvSpPr>
          <p:spPr>
            <a:xfrm>
              <a:off x="93845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8" name="Vrije vorm: vorm 247">
              <a:extLst>
                <a:ext uri="{FF2B5EF4-FFF2-40B4-BE49-F238E27FC236}">
                  <a16:creationId xmlns:a16="http://schemas.microsoft.com/office/drawing/2014/main" id="{1724857A-B13B-453C-85DB-A187E4C0C014}"/>
                </a:ext>
              </a:extLst>
            </p:cNvPr>
            <p:cNvSpPr/>
            <p:nvPr/>
          </p:nvSpPr>
          <p:spPr>
            <a:xfrm>
              <a:off x="93845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49" name="Vrije vorm: vorm 248">
              <a:extLst>
                <a:ext uri="{FF2B5EF4-FFF2-40B4-BE49-F238E27FC236}">
                  <a16:creationId xmlns:a16="http://schemas.microsoft.com/office/drawing/2014/main" id="{88DD47F0-CFB3-481A-985A-4FE1623C30C9}"/>
                </a:ext>
              </a:extLst>
            </p:cNvPr>
            <p:cNvSpPr/>
            <p:nvPr/>
          </p:nvSpPr>
          <p:spPr>
            <a:xfrm>
              <a:off x="93845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0" name="Vrije vorm: vorm 249">
              <a:extLst>
                <a:ext uri="{FF2B5EF4-FFF2-40B4-BE49-F238E27FC236}">
                  <a16:creationId xmlns:a16="http://schemas.microsoft.com/office/drawing/2014/main" id="{2589F8E3-DF89-4FFF-B019-29AFAAED92FB}"/>
                </a:ext>
              </a:extLst>
            </p:cNvPr>
            <p:cNvSpPr/>
            <p:nvPr/>
          </p:nvSpPr>
          <p:spPr>
            <a:xfrm>
              <a:off x="93845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1" name="Vrije vorm: vorm 250">
              <a:extLst>
                <a:ext uri="{FF2B5EF4-FFF2-40B4-BE49-F238E27FC236}">
                  <a16:creationId xmlns:a16="http://schemas.microsoft.com/office/drawing/2014/main" id="{7C4DA9BE-7C7B-43EB-853D-099B25532167}"/>
                </a:ext>
              </a:extLst>
            </p:cNvPr>
            <p:cNvSpPr/>
            <p:nvPr/>
          </p:nvSpPr>
          <p:spPr>
            <a:xfrm>
              <a:off x="93845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2" name="Vrije vorm: vorm 251">
              <a:extLst>
                <a:ext uri="{FF2B5EF4-FFF2-40B4-BE49-F238E27FC236}">
                  <a16:creationId xmlns:a16="http://schemas.microsoft.com/office/drawing/2014/main" id="{226C6566-A96D-4E30-B19E-E8B572A972A6}"/>
                </a:ext>
              </a:extLst>
            </p:cNvPr>
            <p:cNvSpPr/>
            <p:nvPr/>
          </p:nvSpPr>
          <p:spPr>
            <a:xfrm>
              <a:off x="93845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3" name="Vrije vorm: vorm 252">
              <a:extLst>
                <a:ext uri="{FF2B5EF4-FFF2-40B4-BE49-F238E27FC236}">
                  <a16:creationId xmlns:a16="http://schemas.microsoft.com/office/drawing/2014/main" id="{E245DFD3-9BBD-4F1A-B544-12271DE877B2}"/>
                </a:ext>
              </a:extLst>
            </p:cNvPr>
            <p:cNvSpPr/>
            <p:nvPr/>
          </p:nvSpPr>
          <p:spPr>
            <a:xfrm>
              <a:off x="93845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4" name="Vrije vorm: vorm 253">
              <a:extLst>
                <a:ext uri="{FF2B5EF4-FFF2-40B4-BE49-F238E27FC236}">
                  <a16:creationId xmlns:a16="http://schemas.microsoft.com/office/drawing/2014/main" id="{D95161EA-24AD-48DD-9372-44675E835550}"/>
                </a:ext>
              </a:extLst>
            </p:cNvPr>
            <p:cNvSpPr/>
            <p:nvPr/>
          </p:nvSpPr>
          <p:spPr>
            <a:xfrm>
              <a:off x="107751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5" name="Vrije vorm: vorm 254">
              <a:extLst>
                <a:ext uri="{FF2B5EF4-FFF2-40B4-BE49-F238E27FC236}">
                  <a16:creationId xmlns:a16="http://schemas.microsoft.com/office/drawing/2014/main" id="{CBD13926-04E9-4D88-ADCA-9BF422736EDC}"/>
                </a:ext>
              </a:extLst>
            </p:cNvPr>
            <p:cNvSpPr/>
            <p:nvPr/>
          </p:nvSpPr>
          <p:spPr>
            <a:xfrm>
              <a:off x="107751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6" name="Vrije vorm: vorm 255">
              <a:extLst>
                <a:ext uri="{FF2B5EF4-FFF2-40B4-BE49-F238E27FC236}">
                  <a16:creationId xmlns:a16="http://schemas.microsoft.com/office/drawing/2014/main" id="{ACB3FA1F-1790-496B-8A86-FD44BEA13282}"/>
                </a:ext>
              </a:extLst>
            </p:cNvPr>
            <p:cNvSpPr/>
            <p:nvPr/>
          </p:nvSpPr>
          <p:spPr>
            <a:xfrm>
              <a:off x="107751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7" name="Vrije vorm: vorm 256">
              <a:extLst>
                <a:ext uri="{FF2B5EF4-FFF2-40B4-BE49-F238E27FC236}">
                  <a16:creationId xmlns:a16="http://schemas.microsoft.com/office/drawing/2014/main" id="{CD8765C5-2D15-4B70-816C-2DF9D4A26093}"/>
                </a:ext>
              </a:extLst>
            </p:cNvPr>
            <p:cNvSpPr/>
            <p:nvPr/>
          </p:nvSpPr>
          <p:spPr>
            <a:xfrm>
              <a:off x="107751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8" name="Vrije vorm: vorm 257">
              <a:extLst>
                <a:ext uri="{FF2B5EF4-FFF2-40B4-BE49-F238E27FC236}">
                  <a16:creationId xmlns:a16="http://schemas.microsoft.com/office/drawing/2014/main" id="{7CFA7C81-72EF-442D-92CC-CDDFFE8648DA}"/>
                </a:ext>
              </a:extLst>
            </p:cNvPr>
            <p:cNvSpPr/>
            <p:nvPr/>
          </p:nvSpPr>
          <p:spPr>
            <a:xfrm>
              <a:off x="107751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59" name="Vrije vorm: vorm 258">
              <a:extLst>
                <a:ext uri="{FF2B5EF4-FFF2-40B4-BE49-F238E27FC236}">
                  <a16:creationId xmlns:a16="http://schemas.microsoft.com/office/drawing/2014/main" id="{33985638-E02B-47C8-A837-C5F8BDDBDCBD}"/>
                </a:ext>
              </a:extLst>
            </p:cNvPr>
            <p:cNvSpPr/>
            <p:nvPr/>
          </p:nvSpPr>
          <p:spPr>
            <a:xfrm>
              <a:off x="107751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0" name="Vrije vorm: vorm 259">
              <a:extLst>
                <a:ext uri="{FF2B5EF4-FFF2-40B4-BE49-F238E27FC236}">
                  <a16:creationId xmlns:a16="http://schemas.microsoft.com/office/drawing/2014/main" id="{748E75A6-EBE4-4D24-B51D-D8F61A8BC03F}"/>
                </a:ext>
              </a:extLst>
            </p:cNvPr>
            <p:cNvSpPr/>
            <p:nvPr/>
          </p:nvSpPr>
          <p:spPr>
            <a:xfrm>
              <a:off x="107751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1" name="Vrije vorm: vorm 260">
              <a:extLst>
                <a:ext uri="{FF2B5EF4-FFF2-40B4-BE49-F238E27FC236}">
                  <a16:creationId xmlns:a16="http://schemas.microsoft.com/office/drawing/2014/main" id="{6B00294F-4A25-4D23-94E1-6F0E33598E5A}"/>
                </a:ext>
              </a:extLst>
            </p:cNvPr>
            <p:cNvSpPr/>
            <p:nvPr/>
          </p:nvSpPr>
          <p:spPr>
            <a:xfrm>
              <a:off x="107751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2" name="Vrije vorm: vorm 261">
              <a:extLst>
                <a:ext uri="{FF2B5EF4-FFF2-40B4-BE49-F238E27FC236}">
                  <a16:creationId xmlns:a16="http://schemas.microsoft.com/office/drawing/2014/main" id="{94ED50B9-8C05-4F65-97B1-35B065E70EAB}"/>
                </a:ext>
              </a:extLst>
            </p:cNvPr>
            <p:cNvSpPr/>
            <p:nvPr/>
          </p:nvSpPr>
          <p:spPr>
            <a:xfrm>
              <a:off x="107751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3" name="Vrije vorm: vorm 262">
              <a:extLst>
                <a:ext uri="{FF2B5EF4-FFF2-40B4-BE49-F238E27FC236}">
                  <a16:creationId xmlns:a16="http://schemas.microsoft.com/office/drawing/2014/main" id="{EF0CC7DB-9979-4E90-8835-AA3B0EFDCBDD}"/>
                </a:ext>
              </a:extLst>
            </p:cNvPr>
            <p:cNvSpPr/>
            <p:nvPr/>
          </p:nvSpPr>
          <p:spPr>
            <a:xfrm>
              <a:off x="107751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4" name="Vrije vorm: vorm 263">
              <a:extLst>
                <a:ext uri="{FF2B5EF4-FFF2-40B4-BE49-F238E27FC236}">
                  <a16:creationId xmlns:a16="http://schemas.microsoft.com/office/drawing/2014/main" id="{6015355D-33D2-4E1D-8918-20E789D59A68}"/>
                </a:ext>
              </a:extLst>
            </p:cNvPr>
            <p:cNvSpPr/>
            <p:nvPr/>
          </p:nvSpPr>
          <p:spPr>
            <a:xfrm>
              <a:off x="107751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5" name="Vrije vorm: vorm 264">
              <a:extLst>
                <a:ext uri="{FF2B5EF4-FFF2-40B4-BE49-F238E27FC236}">
                  <a16:creationId xmlns:a16="http://schemas.microsoft.com/office/drawing/2014/main" id="{F01E6A87-05F9-438A-9FAA-A803531B4491}"/>
                </a:ext>
              </a:extLst>
            </p:cNvPr>
            <p:cNvSpPr/>
            <p:nvPr/>
          </p:nvSpPr>
          <p:spPr>
            <a:xfrm>
              <a:off x="107751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6" name="Vrije vorm: vorm 265">
              <a:extLst>
                <a:ext uri="{FF2B5EF4-FFF2-40B4-BE49-F238E27FC236}">
                  <a16:creationId xmlns:a16="http://schemas.microsoft.com/office/drawing/2014/main" id="{22AB7446-72D9-4C7B-85F8-1DC005F3C428}"/>
                </a:ext>
              </a:extLst>
            </p:cNvPr>
            <p:cNvSpPr/>
            <p:nvPr/>
          </p:nvSpPr>
          <p:spPr>
            <a:xfrm>
              <a:off x="121658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7" name="Vrije vorm: vorm 266">
              <a:extLst>
                <a:ext uri="{FF2B5EF4-FFF2-40B4-BE49-F238E27FC236}">
                  <a16:creationId xmlns:a16="http://schemas.microsoft.com/office/drawing/2014/main" id="{E9F73508-DB02-48FC-AB7A-3F0588C03F3A}"/>
                </a:ext>
              </a:extLst>
            </p:cNvPr>
            <p:cNvSpPr/>
            <p:nvPr/>
          </p:nvSpPr>
          <p:spPr>
            <a:xfrm>
              <a:off x="121658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8" name="Vrije vorm: vorm 267">
              <a:extLst>
                <a:ext uri="{FF2B5EF4-FFF2-40B4-BE49-F238E27FC236}">
                  <a16:creationId xmlns:a16="http://schemas.microsoft.com/office/drawing/2014/main" id="{7B0E439F-9C0F-439A-A3DF-549D2934FD37}"/>
                </a:ext>
              </a:extLst>
            </p:cNvPr>
            <p:cNvSpPr/>
            <p:nvPr/>
          </p:nvSpPr>
          <p:spPr>
            <a:xfrm>
              <a:off x="121658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69" name="Vrije vorm: vorm 268">
              <a:extLst>
                <a:ext uri="{FF2B5EF4-FFF2-40B4-BE49-F238E27FC236}">
                  <a16:creationId xmlns:a16="http://schemas.microsoft.com/office/drawing/2014/main" id="{080BDC9C-CAAF-419E-A180-50937D37C30B}"/>
                </a:ext>
              </a:extLst>
            </p:cNvPr>
            <p:cNvSpPr/>
            <p:nvPr/>
          </p:nvSpPr>
          <p:spPr>
            <a:xfrm>
              <a:off x="121658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0" name="Vrije vorm: vorm 269">
              <a:extLst>
                <a:ext uri="{FF2B5EF4-FFF2-40B4-BE49-F238E27FC236}">
                  <a16:creationId xmlns:a16="http://schemas.microsoft.com/office/drawing/2014/main" id="{614D0A52-7F45-45F6-91A1-2D61A3506347}"/>
                </a:ext>
              </a:extLst>
            </p:cNvPr>
            <p:cNvSpPr/>
            <p:nvPr/>
          </p:nvSpPr>
          <p:spPr>
            <a:xfrm>
              <a:off x="121658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1" name="Vrije vorm: vorm 270">
              <a:extLst>
                <a:ext uri="{FF2B5EF4-FFF2-40B4-BE49-F238E27FC236}">
                  <a16:creationId xmlns:a16="http://schemas.microsoft.com/office/drawing/2014/main" id="{D22BC105-797F-425A-9CAF-2622037CD94E}"/>
                </a:ext>
              </a:extLst>
            </p:cNvPr>
            <p:cNvSpPr/>
            <p:nvPr/>
          </p:nvSpPr>
          <p:spPr>
            <a:xfrm>
              <a:off x="121658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2" name="Vrije vorm: vorm 271">
              <a:extLst>
                <a:ext uri="{FF2B5EF4-FFF2-40B4-BE49-F238E27FC236}">
                  <a16:creationId xmlns:a16="http://schemas.microsoft.com/office/drawing/2014/main" id="{1804B6FC-AD3C-433B-ABFC-122C7F1A50B1}"/>
                </a:ext>
              </a:extLst>
            </p:cNvPr>
            <p:cNvSpPr/>
            <p:nvPr/>
          </p:nvSpPr>
          <p:spPr>
            <a:xfrm>
              <a:off x="121658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3" name="Vrije vorm: vorm 272">
              <a:extLst>
                <a:ext uri="{FF2B5EF4-FFF2-40B4-BE49-F238E27FC236}">
                  <a16:creationId xmlns:a16="http://schemas.microsoft.com/office/drawing/2014/main" id="{87910B5A-D3F0-400D-8C8F-B197C2E0315B}"/>
                </a:ext>
              </a:extLst>
            </p:cNvPr>
            <p:cNvSpPr/>
            <p:nvPr/>
          </p:nvSpPr>
          <p:spPr>
            <a:xfrm>
              <a:off x="121658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4" name="Vrije vorm: vorm 273">
              <a:extLst>
                <a:ext uri="{FF2B5EF4-FFF2-40B4-BE49-F238E27FC236}">
                  <a16:creationId xmlns:a16="http://schemas.microsoft.com/office/drawing/2014/main" id="{11C2B0BB-92CF-4850-AC2A-DAD9F53565B0}"/>
                </a:ext>
              </a:extLst>
            </p:cNvPr>
            <p:cNvSpPr/>
            <p:nvPr/>
          </p:nvSpPr>
          <p:spPr>
            <a:xfrm>
              <a:off x="121658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5" name="Vrije vorm: vorm 274">
              <a:extLst>
                <a:ext uri="{FF2B5EF4-FFF2-40B4-BE49-F238E27FC236}">
                  <a16:creationId xmlns:a16="http://schemas.microsoft.com/office/drawing/2014/main" id="{D95FEFB3-6BBF-4F88-AEC1-2C039BF40197}"/>
                </a:ext>
              </a:extLst>
            </p:cNvPr>
            <p:cNvSpPr/>
            <p:nvPr/>
          </p:nvSpPr>
          <p:spPr>
            <a:xfrm>
              <a:off x="121658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6" name="Vrije vorm: vorm 275">
              <a:extLst>
                <a:ext uri="{FF2B5EF4-FFF2-40B4-BE49-F238E27FC236}">
                  <a16:creationId xmlns:a16="http://schemas.microsoft.com/office/drawing/2014/main" id="{8B5243DF-2F27-4383-B5B1-AC6B3AEE3D8D}"/>
                </a:ext>
              </a:extLst>
            </p:cNvPr>
            <p:cNvSpPr/>
            <p:nvPr/>
          </p:nvSpPr>
          <p:spPr>
            <a:xfrm>
              <a:off x="121658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7" name="Vrije vorm: vorm 276">
              <a:extLst>
                <a:ext uri="{FF2B5EF4-FFF2-40B4-BE49-F238E27FC236}">
                  <a16:creationId xmlns:a16="http://schemas.microsoft.com/office/drawing/2014/main" id="{548C792A-C349-49EA-A56D-5FD40D9BDA4B}"/>
                </a:ext>
              </a:extLst>
            </p:cNvPr>
            <p:cNvSpPr/>
            <p:nvPr/>
          </p:nvSpPr>
          <p:spPr>
            <a:xfrm>
              <a:off x="121658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8" name="Vrije vorm: vorm 277">
              <a:extLst>
                <a:ext uri="{FF2B5EF4-FFF2-40B4-BE49-F238E27FC236}">
                  <a16:creationId xmlns:a16="http://schemas.microsoft.com/office/drawing/2014/main" id="{A879EFCB-22CB-4E1F-ADFB-B60FAB9EE839}"/>
                </a:ext>
              </a:extLst>
            </p:cNvPr>
            <p:cNvSpPr/>
            <p:nvPr/>
          </p:nvSpPr>
          <p:spPr>
            <a:xfrm>
              <a:off x="135564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79" name="Vrije vorm: vorm 278">
              <a:extLst>
                <a:ext uri="{FF2B5EF4-FFF2-40B4-BE49-F238E27FC236}">
                  <a16:creationId xmlns:a16="http://schemas.microsoft.com/office/drawing/2014/main" id="{DEEEEDD9-0D85-47C2-BCCC-3C4EE2B0E771}"/>
                </a:ext>
              </a:extLst>
            </p:cNvPr>
            <p:cNvSpPr/>
            <p:nvPr/>
          </p:nvSpPr>
          <p:spPr>
            <a:xfrm>
              <a:off x="135564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0" name="Vrije vorm: vorm 279">
              <a:extLst>
                <a:ext uri="{FF2B5EF4-FFF2-40B4-BE49-F238E27FC236}">
                  <a16:creationId xmlns:a16="http://schemas.microsoft.com/office/drawing/2014/main" id="{84DB55BE-4CCF-4D52-9478-755AA7EC98C1}"/>
                </a:ext>
              </a:extLst>
            </p:cNvPr>
            <p:cNvSpPr/>
            <p:nvPr/>
          </p:nvSpPr>
          <p:spPr>
            <a:xfrm>
              <a:off x="135564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1" name="Vrije vorm: vorm 280">
              <a:extLst>
                <a:ext uri="{FF2B5EF4-FFF2-40B4-BE49-F238E27FC236}">
                  <a16:creationId xmlns:a16="http://schemas.microsoft.com/office/drawing/2014/main" id="{AF2D2390-9B86-4896-9EA7-9612FB85711E}"/>
                </a:ext>
              </a:extLst>
            </p:cNvPr>
            <p:cNvSpPr/>
            <p:nvPr/>
          </p:nvSpPr>
          <p:spPr>
            <a:xfrm>
              <a:off x="135564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2" name="Vrije vorm: vorm 281">
              <a:extLst>
                <a:ext uri="{FF2B5EF4-FFF2-40B4-BE49-F238E27FC236}">
                  <a16:creationId xmlns:a16="http://schemas.microsoft.com/office/drawing/2014/main" id="{4C0E7423-BF43-4725-980A-34FA014FA767}"/>
                </a:ext>
              </a:extLst>
            </p:cNvPr>
            <p:cNvSpPr/>
            <p:nvPr/>
          </p:nvSpPr>
          <p:spPr>
            <a:xfrm>
              <a:off x="135564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3" name="Vrije vorm: vorm 282">
              <a:extLst>
                <a:ext uri="{FF2B5EF4-FFF2-40B4-BE49-F238E27FC236}">
                  <a16:creationId xmlns:a16="http://schemas.microsoft.com/office/drawing/2014/main" id="{71966838-9EB8-47F9-AB63-3DAC5496CFFD}"/>
                </a:ext>
              </a:extLst>
            </p:cNvPr>
            <p:cNvSpPr/>
            <p:nvPr/>
          </p:nvSpPr>
          <p:spPr>
            <a:xfrm>
              <a:off x="135564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4" name="Vrije vorm: vorm 283">
              <a:extLst>
                <a:ext uri="{FF2B5EF4-FFF2-40B4-BE49-F238E27FC236}">
                  <a16:creationId xmlns:a16="http://schemas.microsoft.com/office/drawing/2014/main" id="{6AB90869-2B00-4821-B200-44A5D5F5C40E}"/>
                </a:ext>
              </a:extLst>
            </p:cNvPr>
            <p:cNvSpPr/>
            <p:nvPr/>
          </p:nvSpPr>
          <p:spPr>
            <a:xfrm>
              <a:off x="135564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5" name="Vrije vorm: vorm 284">
              <a:extLst>
                <a:ext uri="{FF2B5EF4-FFF2-40B4-BE49-F238E27FC236}">
                  <a16:creationId xmlns:a16="http://schemas.microsoft.com/office/drawing/2014/main" id="{30B4F58A-33DA-46AC-B0C1-520F115FE70D}"/>
                </a:ext>
              </a:extLst>
            </p:cNvPr>
            <p:cNvSpPr/>
            <p:nvPr/>
          </p:nvSpPr>
          <p:spPr>
            <a:xfrm>
              <a:off x="135564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6" name="Vrije vorm: vorm 285">
              <a:extLst>
                <a:ext uri="{FF2B5EF4-FFF2-40B4-BE49-F238E27FC236}">
                  <a16:creationId xmlns:a16="http://schemas.microsoft.com/office/drawing/2014/main" id="{88A4FB4B-8224-44D2-A337-154B8A71A1E5}"/>
                </a:ext>
              </a:extLst>
            </p:cNvPr>
            <p:cNvSpPr/>
            <p:nvPr/>
          </p:nvSpPr>
          <p:spPr>
            <a:xfrm>
              <a:off x="135564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7" name="Vrije vorm: vorm 286">
              <a:extLst>
                <a:ext uri="{FF2B5EF4-FFF2-40B4-BE49-F238E27FC236}">
                  <a16:creationId xmlns:a16="http://schemas.microsoft.com/office/drawing/2014/main" id="{04172D06-37CB-4AD6-B377-F54981178485}"/>
                </a:ext>
              </a:extLst>
            </p:cNvPr>
            <p:cNvSpPr/>
            <p:nvPr/>
          </p:nvSpPr>
          <p:spPr>
            <a:xfrm>
              <a:off x="135564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8" name="Vrije vorm: vorm 287">
              <a:extLst>
                <a:ext uri="{FF2B5EF4-FFF2-40B4-BE49-F238E27FC236}">
                  <a16:creationId xmlns:a16="http://schemas.microsoft.com/office/drawing/2014/main" id="{CD898590-9A56-48D1-83CE-790914020D3F}"/>
                </a:ext>
              </a:extLst>
            </p:cNvPr>
            <p:cNvSpPr/>
            <p:nvPr/>
          </p:nvSpPr>
          <p:spPr>
            <a:xfrm>
              <a:off x="135564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89" name="Vrije vorm: vorm 288">
              <a:extLst>
                <a:ext uri="{FF2B5EF4-FFF2-40B4-BE49-F238E27FC236}">
                  <a16:creationId xmlns:a16="http://schemas.microsoft.com/office/drawing/2014/main" id="{83B32B6C-144A-4AF2-9C19-F2110782CDC5}"/>
                </a:ext>
              </a:extLst>
            </p:cNvPr>
            <p:cNvSpPr/>
            <p:nvPr/>
          </p:nvSpPr>
          <p:spPr>
            <a:xfrm>
              <a:off x="135564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0" name="Vrije vorm: vorm 289">
              <a:extLst>
                <a:ext uri="{FF2B5EF4-FFF2-40B4-BE49-F238E27FC236}">
                  <a16:creationId xmlns:a16="http://schemas.microsoft.com/office/drawing/2014/main" id="{0949DD4B-4317-4669-BE85-9057F5C61DAC}"/>
                </a:ext>
              </a:extLst>
            </p:cNvPr>
            <p:cNvSpPr/>
            <p:nvPr/>
          </p:nvSpPr>
          <p:spPr>
            <a:xfrm>
              <a:off x="1494710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1" name="Vrije vorm: vorm 290">
              <a:extLst>
                <a:ext uri="{FF2B5EF4-FFF2-40B4-BE49-F238E27FC236}">
                  <a16:creationId xmlns:a16="http://schemas.microsoft.com/office/drawing/2014/main" id="{91C36D88-0E9E-4B86-B70B-112F890140AE}"/>
                </a:ext>
              </a:extLst>
            </p:cNvPr>
            <p:cNvSpPr/>
            <p:nvPr/>
          </p:nvSpPr>
          <p:spPr>
            <a:xfrm>
              <a:off x="1494710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2" name="Vrije vorm: vorm 291">
              <a:extLst>
                <a:ext uri="{FF2B5EF4-FFF2-40B4-BE49-F238E27FC236}">
                  <a16:creationId xmlns:a16="http://schemas.microsoft.com/office/drawing/2014/main" id="{493A8652-94EC-44F5-8832-0E5B52078664}"/>
                </a:ext>
              </a:extLst>
            </p:cNvPr>
            <p:cNvSpPr/>
            <p:nvPr/>
          </p:nvSpPr>
          <p:spPr>
            <a:xfrm>
              <a:off x="1494710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3" name="Vrije vorm: vorm 292">
              <a:extLst>
                <a:ext uri="{FF2B5EF4-FFF2-40B4-BE49-F238E27FC236}">
                  <a16:creationId xmlns:a16="http://schemas.microsoft.com/office/drawing/2014/main" id="{0775AFEE-9B42-4F99-94B5-5967161B6914}"/>
                </a:ext>
              </a:extLst>
            </p:cNvPr>
            <p:cNvSpPr/>
            <p:nvPr/>
          </p:nvSpPr>
          <p:spPr>
            <a:xfrm>
              <a:off x="1494710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4" name="Vrije vorm: vorm 293">
              <a:extLst>
                <a:ext uri="{FF2B5EF4-FFF2-40B4-BE49-F238E27FC236}">
                  <a16:creationId xmlns:a16="http://schemas.microsoft.com/office/drawing/2014/main" id="{74130020-E86E-44F2-942D-581737FC0148}"/>
                </a:ext>
              </a:extLst>
            </p:cNvPr>
            <p:cNvSpPr/>
            <p:nvPr/>
          </p:nvSpPr>
          <p:spPr>
            <a:xfrm>
              <a:off x="1494710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5" name="Vrije vorm: vorm 294">
              <a:extLst>
                <a:ext uri="{FF2B5EF4-FFF2-40B4-BE49-F238E27FC236}">
                  <a16:creationId xmlns:a16="http://schemas.microsoft.com/office/drawing/2014/main" id="{7CE82AFB-AE7D-49D8-B23D-F0816063C2FF}"/>
                </a:ext>
              </a:extLst>
            </p:cNvPr>
            <p:cNvSpPr/>
            <p:nvPr/>
          </p:nvSpPr>
          <p:spPr>
            <a:xfrm>
              <a:off x="1494710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6" name="Vrije vorm: vorm 295">
              <a:extLst>
                <a:ext uri="{FF2B5EF4-FFF2-40B4-BE49-F238E27FC236}">
                  <a16:creationId xmlns:a16="http://schemas.microsoft.com/office/drawing/2014/main" id="{D0DF6A50-1F7E-409C-B554-2D46D99BE9FF}"/>
                </a:ext>
              </a:extLst>
            </p:cNvPr>
            <p:cNvSpPr/>
            <p:nvPr/>
          </p:nvSpPr>
          <p:spPr>
            <a:xfrm>
              <a:off x="1494710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7" name="Vrije vorm: vorm 296">
              <a:extLst>
                <a:ext uri="{FF2B5EF4-FFF2-40B4-BE49-F238E27FC236}">
                  <a16:creationId xmlns:a16="http://schemas.microsoft.com/office/drawing/2014/main" id="{27CC0782-9D09-4503-B890-52ADCF1FF117}"/>
                </a:ext>
              </a:extLst>
            </p:cNvPr>
            <p:cNvSpPr/>
            <p:nvPr/>
          </p:nvSpPr>
          <p:spPr>
            <a:xfrm>
              <a:off x="1494710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8" name="Vrije vorm: vorm 297">
              <a:extLst>
                <a:ext uri="{FF2B5EF4-FFF2-40B4-BE49-F238E27FC236}">
                  <a16:creationId xmlns:a16="http://schemas.microsoft.com/office/drawing/2014/main" id="{38057788-17E8-4311-B8BA-7B3427BE1535}"/>
                </a:ext>
              </a:extLst>
            </p:cNvPr>
            <p:cNvSpPr/>
            <p:nvPr/>
          </p:nvSpPr>
          <p:spPr>
            <a:xfrm>
              <a:off x="1494710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299" name="Vrije vorm: vorm 298">
              <a:extLst>
                <a:ext uri="{FF2B5EF4-FFF2-40B4-BE49-F238E27FC236}">
                  <a16:creationId xmlns:a16="http://schemas.microsoft.com/office/drawing/2014/main" id="{2F09411C-C36C-4181-9924-5337E3B5AADA}"/>
                </a:ext>
              </a:extLst>
            </p:cNvPr>
            <p:cNvSpPr/>
            <p:nvPr/>
          </p:nvSpPr>
          <p:spPr>
            <a:xfrm>
              <a:off x="1494710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0" name="Vrije vorm: vorm 299">
              <a:extLst>
                <a:ext uri="{FF2B5EF4-FFF2-40B4-BE49-F238E27FC236}">
                  <a16:creationId xmlns:a16="http://schemas.microsoft.com/office/drawing/2014/main" id="{FF54E9C0-3B3E-40B8-AA75-C9F0CBE9017C}"/>
                </a:ext>
              </a:extLst>
            </p:cNvPr>
            <p:cNvSpPr/>
            <p:nvPr/>
          </p:nvSpPr>
          <p:spPr>
            <a:xfrm>
              <a:off x="1494710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1" name="Vrije vorm: vorm 300">
              <a:extLst>
                <a:ext uri="{FF2B5EF4-FFF2-40B4-BE49-F238E27FC236}">
                  <a16:creationId xmlns:a16="http://schemas.microsoft.com/office/drawing/2014/main" id="{4F1990F5-C890-43BE-8EAA-2B4919084C48}"/>
                </a:ext>
              </a:extLst>
            </p:cNvPr>
            <p:cNvSpPr/>
            <p:nvPr/>
          </p:nvSpPr>
          <p:spPr>
            <a:xfrm>
              <a:off x="1494710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2" name="Vrije vorm: vorm 301">
              <a:extLst>
                <a:ext uri="{FF2B5EF4-FFF2-40B4-BE49-F238E27FC236}">
                  <a16:creationId xmlns:a16="http://schemas.microsoft.com/office/drawing/2014/main" id="{B0BB263B-B6E9-4194-BC3B-8E01BA8010ED}"/>
                </a:ext>
              </a:extLst>
            </p:cNvPr>
            <p:cNvSpPr/>
            <p:nvPr/>
          </p:nvSpPr>
          <p:spPr>
            <a:xfrm>
              <a:off x="16337756" y="9453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3" name="Vrije vorm: vorm 302">
              <a:extLst>
                <a:ext uri="{FF2B5EF4-FFF2-40B4-BE49-F238E27FC236}">
                  <a16:creationId xmlns:a16="http://schemas.microsoft.com/office/drawing/2014/main" id="{6EB579CC-67F4-4BF2-B7CA-8CF45EFEF164}"/>
                </a:ext>
              </a:extLst>
            </p:cNvPr>
            <p:cNvSpPr/>
            <p:nvPr/>
          </p:nvSpPr>
          <p:spPr>
            <a:xfrm>
              <a:off x="16337756" y="16406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4" name="Vrije vorm: vorm 303">
              <a:extLst>
                <a:ext uri="{FF2B5EF4-FFF2-40B4-BE49-F238E27FC236}">
                  <a16:creationId xmlns:a16="http://schemas.microsoft.com/office/drawing/2014/main" id="{768C3711-5C73-4CAD-A09B-8AD8D504CF6A}"/>
                </a:ext>
              </a:extLst>
            </p:cNvPr>
            <p:cNvSpPr/>
            <p:nvPr/>
          </p:nvSpPr>
          <p:spPr>
            <a:xfrm>
              <a:off x="16337756" y="23360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5" name="Vrije vorm: vorm 304">
              <a:extLst>
                <a:ext uri="{FF2B5EF4-FFF2-40B4-BE49-F238E27FC236}">
                  <a16:creationId xmlns:a16="http://schemas.microsoft.com/office/drawing/2014/main" id="{67BC1828-8DA8-46DC-A197-48196280F354}"/>
                </a:ext>
              </a:extLst>
            </p:cNvPr>
            <p:cNvSpPr/>
            <p:nvPr/>
          </p:nvSpPr>
          <p:spPr>
            <a:xfrm>
              <a:off x="16337756" y="30313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6" name="Vrije vorm: vorm 305">
              <a:extLst>
                <a:ext uri="{FF2B5EF4-FFF2-40B4-BE49-F238E27FC236}">
                  <a16:creationId xmlns:a16="http://schemas.microsoft.com/office/drawing/2014/main" id="{CFAD1716-2C85-40CD-8FD3-69A735B88467}"/>
                </a:ext>
              </a:extLst>
            </p:cNvPr>
            <p:cNvSpPr/>
            <p:nvPr/>
          </p:nvSpPr>
          <p:spPr>
            <a:xfrm>
              <a:off x="16337756" y="37266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7" name="Vrije vorm: vorm 306">
              <a:extLst>
                <a:ext uri="{FF2B5EF4-FFF2-40B4-BE49-F238E27FC236}">
                  <a16:creationId xmlns:a16="http://schemas.microsoft.com/office/drawing/2014/main" id="{E65EAAB6-E979-4D23-8011-C11F6740C397}"/>
                </a:ext>
              </a:extLst>
            </p:cNvPr>
            <p:cNvSpPr/>
            <p:nvPr/>
          </p:nvSpPr>
          <p:spPr>
            <a:xfrm>
              <a:off x="16337756" y="44219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8" name="Vrije vorm: vorm 307">
              <a:extLst>
                <a:ext uri="{FF2B5EF4-FFF2-40B4-BE49-F238E27FC236}">
                  <a16:creationId xmlns:a16="http://schemas.microsoft.com/office/drawing/2014/main" id="{DBAE8A15-9EE2-45A3-B633-3E8C2310F4C2}"/>
                </a:ext>
              </a:extLst>
            </p:cNvPr>
            <p:cNvSpPr/>
            <p:nvPr/>
          </p:nvSpPr>
          <p:spPr>
            <a:xfrm>
              <a:off x="16337756" y="51173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09" name="Vrije vorm: vorm 308">
              <a:extLst>
                <a:ext uri="{FF2B5EF4-FFF2-40B4-BE49-F238E27FC236}">
                  <a16:creationId xmlns:a16="http://schemas.microsoft.com/office/drawing/2014/main" id="{D753326B-8874-4E7C-AA7E-A545A47E3574}"/>
                </a:ext>
              </a:extLst>
            </p:cNvPr>
            <p:cNvSpPr/>
            <p:nvPr/>
          </p:nvSpPr>
          <p:spPr>
            <a:xfrm>
              <a:off x="16337756" y="58126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0" name="Vrije vorm: vorm 309">
              <a:extLst>
                <a:ext uri="{FF2B5EF4-FFF2-40B4-BE49-F238E27FC236}">
                  <a16:creationId xmlns:a16="http://schemas.microsoft.com/office/drawing/2014/main" id="{5DDD3B5E-6A57-497A-B6F4-B63BF165269B}"/>
                </a:ext>
              </a:extLst>
            </p:cNvPr>
            <p:cNvSpPr/>
            <p:nvPr/>
          </p:nvSpPr>
          <p:spPr>
            <a:xfrm>
              <a:off x="16337756" y="650795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1" name="Vrije vorm: vorm 310">
              <a:extLst>
                <a:ext uri="{FF2B5EF4-FFF2-40B4-BE49-F238E27FC236}">
                  <a16:creationId xmlns:a16="http://schemas.microsoft.com/office/drawing/2014/main" id="{3D08178D-F7D5-4D3A-9450-60366D69715B}"/>
                </a:ext>
              </a:extLst>
            </p:cNvPr>
            <p:cNvSpPr/>
            <p:nvPr/>
          </p:nvSpPr>
          <p:spPr>
            <a:xfrm>
              <a:off x="16337756" y="720328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2" name="Vrije vorm: vorm 311">
              <a:extLst>
                <a:ext uri="{FF2B5EF4-FFF2-40B4-BE49-F238E27FC236}">
                  <a16:creationId xmlns:a16="http://schemas.microsoft.com/office/drawing/2014/main" id="{EBF44C3E-9D51-4C63-B82B-3F96ADEDB96B}"/>
                </a:ext>
              </a:extLst>
            </p:cNvPr>
            <p:cNvSpPr/>
            <p:nvPr/>
          </p:nvSpPr>
          <p:spPr>
            <a:xfrm>
              <a:off x="16337756" y="7898606"/>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3" name="Vrije vorm: vorm 312">
              <a:extLst>
                <a:ext uri="{FF2B5EF4-FFF2-40B4-BE49-F238E27FC236}">
                  <a16:creationId xmlns:a16="http://schemas.microsoft.com/office/drawing/2014/main" id="{6BFC47CB-5B02-4DAB-A17E-F94EA310D04E}"/>
                </a:ext>
              </a:extLst>
            </p:cNvPr>
            <p:cNvSpPr/>
            <p:nvPr/>
          </p:nvSpPr>
          <p:spPr>
            <a:xfrm>
              <a:off x="16337756" y="8593931"/>
              <a:ext cx="1276350" cy="561975"/>
            </a:xfrm>
            <a:custGeom>
              <a:avLst/>
              <a:gdLst>
                <a:gd name="connsiteX0" fmla="*/ 7144 w 1276350"/>
                <a:gd name="connsiteY0" fmla="*/ 7144 h 561975"/>
                <a:gd name="connsiteX1" fmla="*/ 1273969 w 1276350"/>
                <a:gd name="connsiteY1" fmla="*/ 7144 h 561975"/>
                <a:gd name="connsiteX2" fmla="*/ 1273969 w 1276350"/>
                <a:gd name="connsiteY2" fmla="*/ 559594 h 561975"/>
                <a:gd name="connsiteX3" fmla="*/ 7144 w 12763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276350" h="561975">
                  <a:moveTo>
                    <a:pt x="7144" y="7144"/>
                  </a:moveTo>
                  <a:lnTo>
                    <a:pt x="1273969" y="7144"/>
                  </a:lnTo>
                  <a:lnTo>
                    <a:pt x="1273969"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sp>
          <p:nvSpPr>
            <p:cNvPr id="314" name="Vrije vorm: vorm 313">
              <a:extLst>
                <a:ext uri="{FF2B5EF4-FFF2-40B4-BE49-F238E27FC236}">
                  <a16:creationId xmlns:a16="http://schemas.microsoft.com/office/drawing/2014/main" id="{F19208B1-17AB-43B4-B0AD-E5828CAFAFB9}"/>
                </a:ext>
              </a:extLst>
            </p:cNvPr>
            <p:cNvSpPr/>
            <p:nvPr/>
          </p:nvSpPr>
          <p:spPr>
            <a:xfrm>
              <a:off x="-7144" y="9289256"/>
              <a:ext cx="17621250" cy="561975"/>
            </a:xfrm>
            <a:custGeom>
              <a:avLst/>
              <a:gdLst>
                <a:gd name="connsiteX0" fmla="*/ 7144 w 17621250"/>
                <a:gd name="connsiteY0" fmla="*/ 7144 h 561975"/>
                <a:gd name="connsiteX1" fmla="*/ 17618868 w 17621250"/>
                <a:gd name="connsiteY1" fmla="*/ 7144 h 561975"/>
                <a:gd name="connsiteX2" fmla="*/ 17618868 w 17621250"/>
                <a:gd name="connsiteY2" fmla="*/ 559594 h 561975"/>
                <a:gd name="connsiteX3" fmla="*/ 7144 w 17621250"/>
                <a:gd name="connsiteY3" fmla="*/ 559594 h 561975"/>
              </a:gdLst>
              <a:ahLst/>
              <a:cxnLst>
                <a:cxn ang="0">
                  <a:pos x="connsiteX0" y="connsiteY0"/>
                </a:cxn>
                <a:cxn ang="0">
                  <a:pos x="connsiteX1" y="connsiteY1"/>
                </a:cxn>
                <a:cxn ang="0">
                  <a:pos x="connsiteX2" y="connsiteY2"/>
                </a:cxn>
                <a:cxn ang="0">
                  <a:pos x="connsiteX3" y="connsiteY3"/>
                </a:cxn>
              </a:cxnLst>
              <a:rect l="l" t="t" r="r" b="b"/>
              <a:pathLst>
                <a:path w="17621250" h="561975">
                  <a:moveTo>
                    <a:pt x="7144" y="7144"/>
                  </a:moveTo>
                  <a:lnTo>
                    <a:pt x="17618868" y="7144"/>
                  </a:lnTo>
                  <a:lnTo>
                    <a:pt x="17618868" y="559594"/>
                  </a:lnTo>
                  <a:lnTo>
                    <a:pt x="7144" y="559594"/>
                  </a:lnTo>
                  <a:close/>
                </a:path>
              </a:pathLst>
            </a:custGeom>
            <a:grpFill/>
            <a:ln w="9525" cap="flat">
              <a:solidFill>
                <a:schemeClr val="bg1">
                  <a:lumMod val="65000"/>
                </a:schemeClr>
              </a:solidFill>
              <a:prstDash val="solid"/>
              <a:miter/>
            </a:ln>
          </p:spPr>
          <p:txBody>
            <a:bodyPr rtlCol="0" anchor="ctr"/>
            <a:lstStyle/>
            <a:p>
              <a:endParaRPr lang="nl-BE">
                <a:highlight>
                  <a:srgbClr val="FFFF00"/>
                </a:highlight>
              </a:endParaRPr>
            </a:p>
          </p:txBody>
        </p:sp>
      </p:grpSp>
      <p:pic>
        <p:nvPicPr>
          <p:cNvPr id="315" name="Graphic 314">
            <a:extLst>
              <a:ext uri="{FF2B5EF4-FFF2-40B4-BE49-F238E27FC236}">
                <a16:creationId xmlns:a16="http://schemas.microsoft.com/office/drawing/2014/main" id="{F02C931F-5CA2-4951-9406-1794839C7F32}"/>
              </a:ext>
            </a:extLst>
          </p:cNvPr>
          <p:cNvPicPr>
            <a:picLocks noChangeAspect="1"/>
          </p:cNvPicPr>
          <p:nvPr userDrawn="1"/>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15991268" y="9146698"/>
            <a:ext cx="1841920" cy="943902"/>
          </a:xfrm>
          <a:prstGeom prst="rect">
            <a:avLst/>
          </a:prstGeom>
        </p:spPr>
      </p:pic>
      <p:sp>
        <p:nvSpPr>
          <p:cNvPr id="155" name="Rechthoek 154">
            <a:extLst>
              <a:ext uri="{FF2B5EF4-FFF2-40B4-BE49-F238E27FC236}">
                <a16:creationId xmlns:a16="http://schemas.microsoft.com/office/drawing/2014/main" id="{3006AA6B-15EB-4DBD-8F12-1BA7B403185D}"/>
              </a:ext>
            </a:extLst>
          </p:cNvPr>
          <p:cNvSpPr/>
          <p:nvPr userDrawn="1"/>
        </p:nvSpPr>
        <p:spPr>
          <a:xfrm>
            <a:off x="13857675" y="9308422"/>
            <a:ext cx="1714500" cy="54768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err="1"/>
              <a:t>Plaats</a:t>
            </a:r>
            <a:r>
              <a:rPr lang="en-US" sz="1100" dirty="0"/>
              <a:t> logo </a:t>
            </a:r>
            <a:r>
              <a:rPr lang="en-US" sz="1100" dirty="0" err="1"/>
              <a:t>hier</a:t>
            </a:r>
            <a:r>
              <a:rPr lang="en-US" sz="1100" dirty="0"/>
              <a:t> in het </a:t>
            </a:r>
            <a:r>
              <a:rPr lang="en-US" sz="1100" dirty="0" err="1"/>
              <a:t>diamodel</a:t>
            </a:r>
            <a:endParaRPr lang="nl-BE" sz="1100" dirty="0"/>
          </a:p>
        </p:txBody>
      </p:sp>
    </p:spTree>
    <p:extLst>
      <p:ext uri="{BB962C8B-B14F-4D97-AF65-F5344CB8AC3E}">
        <p14:creationId xmlns:p14="http://schemas.microsoft.com/office/powerpoint/2010/main" val="3064038114"/>
      </p:ext>
    </p:extLst>
  </p:cSld>
  <p:clrMap bg1="lt1" tx1="dk1" bg2="lt2" tx2="dk2" accent1="accent1" accent2="accent2" accent3="accent3" accent4="accent4" accent5="accent5" accent6="accent6" hlink="hlink" folHlink="folHlink"/>
  <p:sldLayoutIdLst>
    <p:sldLayoutId id="2147483737" r:id="rId1"/>
    <p:sldLayoutId id="2147483739" r:id="rId2"/>
    <p:sldLayoutId id="2147483738" r:id="rId3"/>
    <p:sldLayoutId id="2147483740" r:id="rId4"/>
    <p:sldLayoutId id="2147483741" r:id="rId5"/>
    <p:sldLayoutId id="2147483742" r:id="rId6"/>
    <p:sldLayoutId id="2147483743" r:id="rId7"/>
    <p:sldLayoutId id="2147483744" r:id="rId8"/>
    <p:sldLayoutId id="2147483745" r:id="rId9"/>
    <p:sldLayoutId id="2147483746" r:id="rId10"/>
    <p:sldLayoutId id="2147483747" r:id="rId11"/>
    <p:sldLayoutId id="2147483748" r:id="rId12"/>
    <p:sldLayoutId id="2147483749" r:id="rId13"/>
    <p:sldLayoutId id="2147483750" r:id="rId14"/>
    <p:sldLayoutId id="2147483751" r:id="rId15"/>
    <p:sldLayoutId id="2147483752" r:id="rId16"/>
    <p:sldLayoutId id="2147483753" r:id="rId17"/>
    <p:sldLayoutId id="2147483754" r:id="rId18"/>
    <p:sldLayoutId id="2147483755" r:id="rId19"/>
    <p:sldLayoutId id="2147483756" r:id="rId20"/>
    <p:sldLayoutId id="2147483757" r:id="rId21"/>
    <p:sldLayoutId id="2147483758" r:id="rId22"/>
    <p:sldLayoutId id="2147483759" r:id="rId23"/>
    <p:sldLayoutId id="2147483760" r:id="rId24"/>
    <p:sldLayoutId id="2147483761" r:id="rId25"/>
    <p:sldLayoutId id="2147483763" r:id="rId26"/>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36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60">
          <p15:clr>
            <a:srgbClr val="5ACBF0"/>
          </p15:clr>
        </p15:guide>
        <p15:guide id="2" pos="11094">
          <p15:clr>
            <a:srgbClr val="5ACBF0"/>
          </p15:clr>
        </p15:guide>
        <p15:guide id="3" pos="5877">
          <p15:clr>
            <a:srgbClr val="5ACBF0"/>
          </p15:clr>
        </p15:guide>
        <p15:guide id="4" orient="horz" pos="1475">
          <p15:clr>
            <a:srgbClr val="5ACBF0"/>
          </p15:clr>
        </p15:guide>
        <p15:guide id="5" orient="horz" pos="5327">
          <p15:clr>
            <a:srgbClr val="5ACBF0"/>
          </p15:clr>
        </p15:guide>
        <p15:guide id="6" orient="horz" pos="5765">
          <p15:clr>
            <a:srgbClr val="5ACBF0"/>
          </p15:clr>
        </p15:guide>
        <p15:guide id="7" orient="horz" pos="1037">
          <p15:clr>
            <a:srgbClr val="5ACBF0"/>
          </p15:clr>
        </p15:guide>
        <p15:guide id="8" orient="horz" pos="3392">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F7DFF-D181-42D4-181D-90FE2B42896D}"/>
              </a:ext>
            </a:extLst>
          </p:cNvPr>
          <p:cNvSpPr>
            <a:spLocks noGrp="1"/>
          </p:cNvSpPr>
          <p:nvPr>
            <p:ph type="ctrTitle"/>
          </p:nvPr>
        </p:nvSpPr>
        <p:spPr>
          <a:xfrm>
            <a:off x="5149215" y="4078514"/>
            <a:ext cx="12376786" cy="2613650"/>
          </a:xfrm>
        </p:spPr>
        <p:txBody>
          <a:bodyPr/>
          <a:lstStyle/>
          <a:p>
            <a:pPr algn="l"/>
            <a:br>
              <a:rPr lang="nl-NL"/>
            </a:br>
            <a:br>
              <a:rPr lang="en-BE" sz="1800" b="0" i="0" u="none" strike="noStrike" baseline="0">
                <a:solidFill>
                  <a:srgbClr val="000000"/>
                </a:solidFill>
                <a:latin typeface="Calibri" panose="020F0502020204030204" pitchFamily="34" charset="0"/>
              </a:rPr>
            </a:br>
            <a:r>
              <a:rPr lang="en-GB"/>
              <a:t>Virtual GlobeTrotter :</a:t>
            </a:r>
            <a:br>
              <a:rPr lang="en-GB"/>
            </a:br>
            <a:r>
              <a:rPr lang="en-GB"/>
              <a:t>Travel and see nice spots </a:t>
            </a:r>
            <a:br>
              <a:rPr lang="en-GB"/>
            </a:br>
            <a:r>
              <a:rPr lang="en-GB" sz="2800"/>
              <a:t>* even when you have to stay home </a:t>
            </a:r>
            <a:endParaRPr lang="en-US" sz="2800" dirty="0"/>
          </a:p>
        </p:txBody>
      </p:sp>
      <p:sp>
        <p:nvSpPr>
          <p:cNvPr id="3" name="Subtitle 2">
            <a:extLst>
              <a:ext uri="{FF2B5EF4-FFF2-40B4-BE49-F238E27FC236}">
                <a16:creationId xmlns:a16="http://schemas.microsoft.com/office/drawing/2014/main" id="{DA6F397F-E896-1BE7-100B-E940321490F1}"/>
              </a:ext>
            </a:extLst>
          </p:cNvPr>
          <p:cNvSpPr>
            <a:spLocks noGrp="1"/>
          </p:cNvSpPr>
          <p:nvPr>
            <p:ph type="subTitle" idx="1"/>
          </p:nvPr>
        </p:nvSpPr>
        <p:spPr>
          <a:xfrm>
            <a:off x="5149215" y="7494269"/>
            <a:ext cx="12376786" cy="2483643"/>
          </a:xfrm>
        </p:spPr>
        <p:txBody>
          <a:bodyPr/>
          <a:lstStyle/>
          <a:p>
            <a:endParaRPr lang="nl-NL"/>
          </a:p>
          <a:p>
            <a:endParaRPr lang="en-US"/>
          </a:p>
          <a:p>
            <a:r>
              <a:rPr lang="en-US"/>
              <a:t>Viola Nguyen </a:t>
            </a:r>
          </a:p>
          <a:p>
            <a:r>
              <a:rPr lang="en-US"/>
              <a:t>Atvars Apinis</a:t>
            </a:r>
          </a:p>
          <a:p>
            <a:r>
              <a:rPr lang="en-US"/>
              <a:t>Isabelle Deslé</a:t>
            </a:r>
          </a:p>
          <a:p>
            <a:r>
              <a:rPr lang="en-US" sz="2800"/>
              <a:t>			</a:t>
            </a:r>
          </a:p>
          <a:p>
            <a:endParaRPr lang="nl-NL"/>
          </a:p>
          <a:p>
            <a:endParaRPr lang="en-US" dirty="0"/>
          </a:p>
        </p:txBody>
      </p:sp>
    </p:spTree>
    <p:extLst>
      <p:ext uri="{BB962C8B-B14F-4D97-AF65-F5344CB8AC3E}">
        <p14:creationId xmlns:p14="http://schemas.microsoft.com/office/powerpoint/2010/main" val="1123400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C5DD-3CA4-C3F7-5470-9BEF1C3353D4}"/>
              </a:ext>
            </a:extLst>
          </p:cNvPr>
          <p:cNvSpPr>
            <a:spLocks noGrp="1"/>
          </p:cNvSpPr>
          <p:nvPr>
            <p:ph type="ctrTitle"/>
          </p:nvPr>
        </p:nvSpPr>
        <p:spPr/>
        <p:txBody>
          <a:bodyPr/>
          <a:lstStyle/>
          <a:p>
            <a:r>
              <a:rPr lang="nl-BE" dirty="0" err="1"/>
              <a:t>Table</a:t>
            </a:r>
            <a:r>
              <a:rPr lang="nl-BE" dirty="0"/>
              <a:t> of content</a:t>
            </a:r>
            <a:endParaRPr lang="en-US" dirty="0"/>
          </a:p>
        </p:txBody>
      </p:sp>
      <p:sp>
        <p:nvSpPr>
          <p:cNvPr id="3" name="Subtitle 2">
            <a:extLst>
              <a:ext uri="{FF2B5EF4-FFF2-40B4-BE49-F238E27FC236}">
                <a16:creationId xmlns:a16="http://schemas.microsoft.com/office/drawing/2014/main" id="{D9B96136-46A2-10E3-3E3D-CA5E42D3EA30}"/>
              </a:ext>
            </a:extLst>
          </p:cNvPr>
          <p:cNvSpPr>
            <a:spLocks noGrp="1"/>
          </p:cNvSpPr>
          <p:nvPr>
            <p:ph type="subTitle" idx="1"/>
          </p:nvPr>
        </p:nvSpPr>
        <p:spPr>
          <a:xfrm>
            <a:off x="4954136" y="3432788"/>
            <a:ext cx="12376786" cy="6659479"/>
          </a:xfrm>
        </p:spPr>
        <p:txBody>
          <a:bodyPr/>
          <a:lstStyle/>
          <a:p>
            <a:r>
              <a:rPr lang="en-GB" b="1" dirty="0"/>
              <a:t>Team Role distribution</a:t>
            </a:r>
          </a:p>
          <a:p>
            <a:r>
              <a:rPr lang="en-GB" b="1" dirty="0"/>
              <a:t>Project Description</a:t>
            </a:r>
          </a:p>
          <a:p>
            <a:r>
              <a:rPr lang="en-GB" b="1" dirty="0"/>
              <a:t>Story Points</a:t>
            </a:r>
          </a:p>
          <a:p>
            <a:r>
              <a:rPr lang="en-GB" b="1" dirty="0"/>
              <a:t>Trello</a:t>
            </a:r>
          </a:p>
          <a:p>
            <a:r>
              <a:rPr lang="en-GB" b="1" dirty="0"/>
              <a:t>Technical Solution</a:t>
            </a:r>
          </a:p>
          <a:p>
            <a:pPr lvl="1" algn="l">
              <a:buFont typeface="Arial" panose="020B0604020202020204" pitchFamily="34" charset="0"/>
              <a:buChar char="•"/>
            </a:pPr>
            <a:r>
              <a:rPr lang="en-GB" sz="2400" b="1" dirty="0">
                <a:solidFill>
                  <a:schemeClr val="bg1"/>
                </a:solidFill>
              </a:rPr>
              <a:t>You decide</a:t>
            </a:r>
          </a:p>
          <a:p>
            <a:pPr lvl="1" algn="l">
              <a:buFont typeface="Arial" panose="020B0604020202020204" pitchFamily="34" charset="0"/>
              <a:buChar char="•"/>
            </a:pPr>
            <a:r>
              <a:rPr lang="en-GB" sz="2400" b="1" dirty="0">
                <a:solidFill>
                  <a:schemeClr val="bg1"/>
                </a:solidFill>
              </a:rPr>
              <a:t>Help us</a:t>
            </a:r>
          </a:p>
          <a:p>
            <a:pPr lvl="1" algn="l">
              <a:buFont typeface="Arial" panose="020B0604020202020204" pitchFamily="34" charset="0"/>
              <a:buChar char="•"/>
            </a:pPr>
            <a:r>
              <a:rPr lang="en-GB" sz="2400" b="1" dirty="0">
                <a:solidFill>
                  <a:schemeClr val="bg1"/>
                </a:solidFill>
              </a:rPr>
              <a:t>Find the best one</a:t>
            </a:r>
          </a:p>
          <a:p>
            <a:pPr lvl="1" algn="l">
              <a:buFont typeface="Arial" panose="020B0604020202020204" pitchFamily="34" charset="0"/>
              <a:buChar char="•"/>
            </a:pPr>
            <a:r>
              <a:rPr lang="en-GB" sz="2400" b="1" dirty="0">
                <a:solidFill>
                  <a:schemeClr val="bg1"/>
                </a:solidFill>
              </a:rPr>
              <a:t>Or else create it</a:t>
            </a:r>
          </a:p>
          <a:p>
            <a:pPr lvl="1" algn="l">
              <a:buFont typeface="Arial" panose="020B0604020202020204" pitchFamily="34" charset="0"/>
              <a:buChar char="•"/>
            </a:pPr>
            <a:r>
              <a:rPr lang="en-GB" sz="2400" b="1" dirty="0">
                <a:solidFill>
                  <a:schemeClr val="bg1"/>
                </a:solidFill>
              </a:rPr>
              <a:t>Eyes and Ears Ready? </a:t>
            </a:r>
          </a:p>
          <a:p>
            <a:pPr lvl="1">
              <a:buFont typeface="Arial" panose="020B0604020202020204" pitchFamily="34" charset="0"/>
              <a:buChar char="•"/>
            </a:pPr>
            <a:endParaRPr lang="en-GB" b="1" dirty="0"/>
          </a:p>
          <a:p>
            <a:pPr lvl="1"/>
            <a:endParaRPr lang="en-GB" b="1" dirty="0"/>
          </a:p>
          <a:p>
            <a:pPr lvl="1"/>
            <a:endParaRPr lang="en-GB" b="1"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8990626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B6C5E-0178-B5FE-1D05-75D49D8521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ED60C94-988E-89D1-E3F6-00463D53BD8A}"/>
              </a:ext>
            </a:extLst>
          </p:cNvPr>
          <p:cNvSpPr>
            <a:spLocks noGrp="1"/>
          </p:cNvSpPr>
          <p:nvPr>
            <p:ph type="sldNum" sz="quarter" idx="12"/>
          </p:nvPr>
        </p:nvSpPr>
        <p:spPr/>
        <p:txBody>
          <a:bodyPr/>
          <a:lstStyle/>
          <a:p>
            <a:fld id="{B7527A74-2D87-4307-9531-5A57D9647EEB}" type="slidenum">
              <a:rPr lang="nl-BE" smtClean="0"/>
              <a:pPr/>
              <a:t>3</a:t>
            </a:fld>
            <a:endParaRPr lang="nl-BE"/>
          </a:p>
        </p:txBody>
      </p:sp>
      <p:sp>
        <p:nvSpPr>
          <p:cNvPr id="4" name="Title 3">
            <a:extLst>
              <a:ext uri="{FF2B5EF4-FFF2-40B4-BE49-F238E27FC236}">
                <a16:creationId xmlns:a16="http://schemas.microsoft.com/office/drawing/2014/main" id="{672DAD8B-0ABD-CFEB-3CE1-9F2A26BAC6D0}"/>
              </a:ext>
            </a:extLst>
          </p:cNvPr>
          <p:cNvSpPr>
            <a:spLocks noGrp="1"/>
          </p:cNvSpPr>
          <p:nvPr>
            <p:ph type="title"/>
          </p:nvPr>
        </p:nvSpPr>
        <p:spPr/>
        <p:txBody>
          <a:bodyPr/>
          <a:lstStyle/>
          <a:p>
            <a:r>
              <a:rPr lang="nl-BE" dirty="0"/>
              <a:t>Team </a:t>
            </a:r>
            <a:r>
              <a:rPr lang="nl-BE" dirty="0" err="1"/>
              <a:t>Role</a:t>
            </a:r>
            <a:r>
              <a:rPr lang="nl-BE" dirty="0"/>
              <a:t> Distribution</a:t>
            </a:r>
            <a:endParaRPr lang="en-US" dirty="0"/>
          </a:p>
        </p:txBody>
      </p:sp>
      <p:sp>
        <p:nvSpPr>
          <p:cNvPr id="5" name="Date Placeholder 4">
            <a:extLst>
              <a:ext uri="{FF2B5EF4-FFF2-40B4-BE49-F238E27FC236}">
                <a16:creationId xmlns:a16="http://schemas.microsoft.com/office/drawing/2014/main" id="{03126820-7F9B-41D1-1847-621AF61EDDD3}"/>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3D77B045-7D98-F3BA-F431-D5094AAA205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Table 6">
            <a:extLst>
              <a:ext uri="{FF2B5EF4-FFF2-40B4-BE49-F238E27FC236}">
                <a16:creationId xmlns:a16="http://schemas.microsoft.com/office/drawing/2014/main" id="{E381A0C2-3619-269E-68B3-41B09D916A76}"/>
              </a:ext>
            </a:extLst>
          </p:cNvPr>
          <p:cNvGraphicFramePr>
            <a:graphicFrameLocks noGrp="1"/>
          </p:cNvGraphicFramePr>
          <p:nvPr>
            <p:extLst>
              <p:ext uri="{D42A27DB-BD31-4B8C-83A1-F6EECF244321}">
                <p14:modId xmlns:p14="http://schemas.microsoft.com/office/powerpoint/2010/main" val="3350387795"/>
              </p:ext>
            </p:extLst>
          </p:nvPr>
        </p:nvGraphicFramePr>
        <p:xfrm>
          <a:off x="998692" y="2177448"/>
          <a:ext cx="16476507" cy="8859520"/>
        </p:xfrm>
        <a:graphic>
          <a:graphicData uri="http://schemas.openxmlformats.org/drawingml/2006/table">
            <a:tbl>
              <a:tblPr firstRow="1" bandRow="1">
                <a:tableStyleId>{5C22544A-7EE6-4342-B048-85BDC9FD1C3A}</a:tableStyleId>
              </a:tblPr>
              <a:tblGrid>
                <a:gridCol w="5492169">
                  <a:extLst>
                    <a:ext uri="{9D8B030D-6E8A-4147-A177-3AD203B41FA5}">
                      <a16:colId xmlns:a16="http://schemas.microsoft.com/office/drawing/2014/main" val="1373000918"/>
                    </a:ext>
                  </a:extLst>
                </a:gridCol>
                <a:gridCol w="5492169">
                  <a:extLst>
                    <a:ext uri="{9D8B030D-6E8A-4147-A177-3AD203B41FA5}">
                      <a16:colId xmlns:a16="http://schemas.microsoft.com/office/drawing/2014/main" val="4086320039"/>
                    </a:ext>
                  </a:extLst>
                </a:gridCol>
                <a:gridCol w="5492169">
                  <a:extLst>
                    <a:ext uri="{9D8B030D-6E8A-4147-A177-3AD203B41FA5}">
                      <a16:colId xmlns:a16="http://schemas.microsoft.com/office/drawing/2014/main" val="3944305718"/>
                    </a:ext>
                  </a:extLst>
                </a:gridCol>
              </a:tblGrid>
              <a:tr h="1440180">
                <a:tc>
                  <a:txBody>
                    <a:bodyPr/>
                    <a:lstStyle/>
                    <a:p>
                      <a:pPr algn="ctr"/>
                      <a:r>
                        <a:rPr lang="en-GB" sz="2700" b="1" kern="1200" dirty="0">
                          <a:solidFill>
                            <a:schemeClr val="tx1"/>
                          </a:solidFill>
                          <a:latin typeface="+mn-lt"/>
                          <a:ea typeface="+mn-ea"/>
                          <a:cs typeface="+mn-cs"/>
                        </a:rPr>
                        <a:t>Viola</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GB" sz="2700" b="1" kern="1200" dirty="0" err="1">
                          <a:solidFill>
                            <a:schemeClr val="tx1"/>
                          </a:solidFill>
                          <a:latin typeface="+mn-lt"/>
                          <a:ea typeface="+mn-ea"/>
                          <a:cs typeface="+mn-cs"/>
                        </a:rPr>
                        <a:t>Atvars</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algn="ctr" defTabSz="1371600" rtl="0" eaLnBrk="1" latinLnBrk="0" hangingPunct="1"/>
                      <a:r>
                        <a:rPr lang="en-GB" sz="2700" b="1" kern="1200" dirty="0">
                          <a:solidFill>
                            <a:schemeClr val="tx1"/>
                          </a:solidFill>
                          <a:latin typeface="+mn-lt"/>
                          <a:ea typeface="+mn-ea"/>
                          <a:cs typeface="+mn-cs"/>
                        </a:rPr>
                        <a:t>Isabelle</a:t>
                      </a:r>
                      <a:endParaRPr lang="en-BE" sz="2700" b="1" kern="1200" dirty="0">
                        <a:solidFill>
                          <a:schemeClr val="tx1"/>
                        </a:solidFill>
                        <a:latin typeface="+mn-lt"/>
                        <a:ea typeface="+mn-ea"/>
                        <a:cs typeface="+mn-cs"/>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4066188"/>
                  </a:ext>
                </a:extLst>
              </a:tr>
              <a:tr h="1440180">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4468152"/>
                  </a:ext>
                </a:extLst>
              </a:tr>
              <a:tr h="94996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0491156"/>
                  </a:ext>
                </a:extLst>
              </a:tr>
              <a:tr h="1440180">
                <a:tc>
                  <a:txBody>
                    <a:bodyPr/>
                    <a:lstStyle/>
                    <a:p>
                      <a:pPr algn="ctr"/>
                      <a:r>
                        <a:rPr lang="en-GB" dirty="0"/>
                        <a:t>Scrum Master </a:t>
                      </a:r>
                    </a:p>
                    <a:p>
                      <a:pPr algn="ctr"/>
                      <a:r>
                        <a:rPr lang="en-GB" dirty="0"/>
                        <a:t>API</a:t>
                      </a:r>
                    </a:p>
                    <a:p>
                      <a:pPr algn="ctr"/>
                      <a:r>
                        <a:rPr lang="en-GB" dirty="0"/>
                        <a:t>UI</a:t>
                      </a:r>
                    </a:p>
                    <a:p>
                      <a:pPr algn="ctr"/>
                      <a:r>
                        <a:rPr lang="en-GB" dirty="0"/>
                        <a:t>Trello</a:t>
                      </a:r>
                    </a:p>
                    <a:p>
                      <a:pPr algn="ctr"/>
                      <a:r>
                        <a:rPr lang="en-GB" dirty="0"/>
                        <a:t>Connectivity</a:t>
                      </a: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Development</a:t>
                      </a:r>
                    </a:p>
                    <a:p>
                      <a:pPr algn="ctr"/>
                      <a:r>
                        <a:rPr lang="en-GB" dirty="0"/>
                        <a:t>AI</a:t>
                      </a:r>
                    </a:p>
                    <a:p>
                      <a:pPr algn="ctr"/>
                      <a:r>
                        <a:rPr lang="en-GB" dirty="0"/>
                        <a:t>Unity</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GB" dirty="0"/>
                        <a:t>Product Owner </a:t>
                      </a:r>
                    </a:p>
                    <a:p>
                      <a:pPr algn="ctr"/>
                      <a:r>
                        <a:rPr lang="en-GB" dirty="0"/>
                        <a:t>Database</a:t>
                      </a:r>
                    </a:p>
                    <a:p>
                      <a:pPr algn="ctr"/>
                      <a:r>
                        <a:rPr lang="en-GB" dirty="0"/>
                        <a:t>Documentation</a:t>
                      </a:r>
                    </a:p>
                    <a:p>
                      <a:pPr marL="0" marR="0" lvl="0" indent="0" algn="ctr" defTabSz="1371600" rtl="0" eaLnBrk="1" fontAlgn="auto" latinLnBrk="0" hangingPunct="1">
                        <a:lnSpc>
                          <a:spcPct val="100000"/>
                        </a:lnSpc>
                        <a:spcBef>
                          <a:spcPts val="0"/>
                        </a:spcBef>
                        <a:spcAft>
                          <a:spcPts val="0"/>
                        </a:spcAft>
                        <a:buClrTx/>
                        <a:buSzTx/>
                        <a:buFontTx/>
                        <a:buNone/>
                        <a:tabLst/>
                        <a:defRPr/>
                      </a:pPr>
                      <a:r>
                        <a:rPr lang="en-GB" dirty="0"/>
                        <a:t>Connectivity</a:t>
                      </a:r>
                      <a:endParaRPr lang="en-BE" dirty="0"/>
                    </a:p>
                    <a:p>
                      <a:pPr algn="ctr"/>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60141429"/>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626296"/>
                  </a:ext>
                </a:extLst>
              </a:tr>
              <a:tr h="1440180">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endParaRPr lang="en-BE"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5923061"/>
                  </a:ext>
                </a:extLst>
              </a:tr>
            </a:tbl>
          </a:graphicData>
        </a:graphic>
      </p:graphicFrame>
      <p:pic>
        <p:nvPicPr>
          <p:cNvPr id="10" name="Picture 9">
            <a:extLst>
              <a:ext uri="{FF2B5EF4-FFF2-40B4-BE49-F238E27FC236}">
                <a16:creationId xmlns:a16="http://schemas.microsoft.com/office/drawing/2014/main" id="{D0ACA04E-4ABE-026D-7954-9834229DD7EF}"/>
              </a:ext>
            </a:extLst>
          </p:cNvPr>
          <p:cNvPicPr>
            <a:picLocks noChangeAspect="1"/>
          </p:cNvPicPr>
          <p:nvPr/>
        </p:nvPicPr>
        <p:blipFill>
          <a:blip r:embed="rId2"/>
          <a:srcRect t="8274"/>
          <a:stretch/>
        </p:blipFill>
        <p:spPr>
          <a:xfrm>
            <a:off x="7716371" y="2924814"/>
            <a:ext cx="3140269" cy="2869058"/>
          </a:xfrm>
          <a:prstGeom prst="rect">
            <a:avLst/>
          </a:prstGeom>
        </p:spPr>
      </p:pic>
      <p:pic>
        <p:nvPicPr>
          <p:cNvPr id="8" name="Picture 7">
            <a:extLst>
              <a:ext uri="{FF2B5EF4-FFF2-40B4-BE49-F238E27FC236}">
                <a16:creationId xmlns:a16="http://schemas.microsoft.com/office/drawing/2014/main" id="{D8194A9C-E306-9206-027C-A18A6A9ECA75}"/>
              </a:ext>
            </a:extLst>
          </p:cNvPr>
          <p:cNvPicPr>
            <a:picLocks noChangeAspect="1"/>
          </p:cNvPicPr>
          <p:nvPr/>
        </p:nvPicPr>
        <p:blipFill>
          <a:blip r:embed="rId3"/>
          <a:srcRect t="4801" b="5306"/>
          <a:stretch/>
        </p:blipFill>
        <p:spPr>
          <a:xfrm>
            <a:off x="2375324" y="2924814"/>
            <a:ext cx="3012127" cy="2707668"/>
          </a:xfrm>
          <a:prstGeom prst="rect">
            <a:avLst/>
          </a:prstGeom>
        </p:spPr>
      </p:pic>
      <p:pic>
        <p:nvPicPr>
          <p:cNvPr id="12" name="Picture 11">
            <a:extLst>
              <a:ext uri="{FF2B5EF4-FFF2-40B4-BE49-F238E27FC236}">
                <a16:creationId xmlns:a16="http://schemas.microsoft.com/office/drawing/2014/main" id="{6CA01EEF-5DCC-BF97-4DE5-A4E6C944EF6A}"/>
              </a:ext>
            </a:extLst>
          </p:cNvPr>
          <p:cNvPicPr>
            <a:picLocks noChangeAspect="1"/>
          </p:cNvPicPr>
          <p:nvPr/>
        </p:nvPicPr>
        <p:blipFill>
          <a:blip r:embed="rId4"/>
          <a:stretch>
            <a:fillRect/>
          </a:stretch>
        </p:blipFill>
        <p:spPr>
          <a:xfrm>
            <a:off x="13308275" y="2924814"/>
            <a:ext cx="3225478" cy="2788947"/>
          </a:xfrm>
          <a:prstGeom prst="rect">
            <a:avLst/>
          </a:prstGeom>
        </p:spPr>
      </p:pic>
    </p:spTree>
    <p:extLst>
      <p:ext uri="{BB962C8B-B14F-4D97-AF65-F5344CB8AC3E}">
        <p14:creationId xmlns:p14="http://schemas.microsoft.com/office/powerpoint/2010/main" val="4199928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7EE40-09D8-9419-22C8-5D29FD4833E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9A9A6AC-34CF-34F6-DC2C-52EBD80E5872}"/>
              </a:ext>
            </a:extLst>
          </p:cNvPr>
          <p:cNvSpPr>
            <a:spLocks noGrp="1"/>
          </p:cNvSpPr>
          <p:nvPr>
            <p:ph type="body" sz="quarter" idx="17"/>
          </p:nvPr>
        </p:nvSpPr>
        <p:spPr>
          <a:xfrm>
            <a:off x="1050131" y="2354401"/>
            <a:ext cx="16575629" cy="6952316"/>
          </a:xfrm>
        </p:spPr>
        <p:txBody>
          <a:bodyPr/>
          <a:lstStyle/>
          <a:p>
            <a:r>
              <a:rPr lang="en-GB" sz="2800" b="1" dirty="0"/>
              <a:t>What</a:t>
            </a:r>
            <a:r>
              <a:rPr lang="en-GB" sz="2800" dirty="0"/>
              <a:t>? 360° AI generated immersion based on voice input to simulate a study trip. </a:t>
            </a:r>
          </a:p>
          <a:p>
            <a:r>
              <a:rPr lang="en-GB" sz="1800" b="0" i="0" u="none" strike="noStrike" baseline="0" dirty="0">
                <a:solidFill>
                  <a:srgbClr val="000000"/>
                </a:solidFill>
                <a:latin typeface="Calibri" panose="020F0502020204030204" pitchFamily="34" charset="0"/>
              </a:rPr>
              <a:t> </a:t>
            </a:r>
            <a:r>
              <a:rPr lang="en-GB" sz="1800" b="0" i="0" u="none" strike="noStrike" baseline="0" dirty="0">
                <a:solidFill>
                  <a:srgbClr val="6F2F9F"/>
                </a:solidFill>
                <a:latin typeface="Calibri" panose="020F0502020204030204" pitchFamily="34" charset="0"/>
              </a:rPr>
              <a:t>The "Virtual Globetrotter" project aims to provide children with an opportunity to experience the world virtually using our immersive room. Children can explore locations using an interactive map. These virtual trips will utilize AI-generated images, speech recognition, and real-time audio to create an immersive and enriching experience. </a:t>
            </a:r>
            <a:endParaRPr lang="en-GB" sz="2800" dirty="0"/>
          </a:p>
          <a:p>
            <a:pPr algn="l"/>
            <a:endParaRPr lang="en-GB" sz="2800" dirty="0"/>
          </a:p>
          <a:p>
            <a:pPr algn="l"/>
            <a:r>
              <a:rPr lang="en-GB" sz="2800" b="1" dirty="0"/>
              <a:t>For</a:t>
            </a:r>
            <a:r>
              <a:rPr lang="en-GB" sz="2800" dirty="0"/>
              <a:t>? Children </a:t>
            </a:r>
            <a:r>
              <a:rPr lang="en-GB" sz="2800" dirty="0">
                <a:solidFill>
                  <a:srgbClr val="FF0000"/>
                </a:solidFill>
              </a:rPr>
              <a:t>around</a:t>
            </a:r>
            <a:r>
              <a:rPr lang="en-GB" sz="2800" dirty="0"/>
              <a:t> </a:t>
            </a:r>
            <a:r>
              <a:rPr lang="en-GB" sz="2800" dirty="0">
                <a:solidFill>
                  <a:srgbClr val="FF0000"/>
                </a:solidFill>
              </a:rPr>
              <a:t>10 yrs? </a:t>
            </a:r>
            <a:endParaRPr lang="en-BE" sz="1800" b="0" i="0" u="none" strike="noStrike" baseline="0" dirty="0">
              <a:solidFill>
                <a:srgbClr val="000000"/>
              </a:solidFill>
              <a:latin typeface="Calibri" panose="020F0502020204030204" pitchFamily="34" charset="0"/>
            </a:endParaRPr>
          </a:p>
          <a:p>
            <a:r>
              <a:rPr lang="en-GB" sz="1800" b="0" i="0" u="none" strike="noStrike" baseline="0" dirty="0">
                <a:solidFill>
                  <a:srgbClr val="000000"/>
                </a:solidFill>
                <a:latin typeface="Calibri" panose="020F0502020204030204" pitchFamily="34" charset="0"/>
              </a:rPr>
              <a:t> </a:t>
            </a:r>
            <a:r>
              <a:rPr lang="en-GB" sz="1800" b="0" i="0" u="none" strike="noStrike" baseline="0" dirty="0">
                <a:solidFill>
                  <a:srgbClr val="6F2F9F"/>
                </a:solidFill>
                <a:latin typeface="Calibri" panose="020F0502020204030204" pitchFamily="34" charset="0"/>
              </a:rPr>
              <a:t>Children who are vulnerable after surgery, during a treatment or because of a disability are not able to go on the trips the school or their family is doing. The child can go into the immersive room and travel to several spots in the world! </a:t>
            </a:r>
          </a:p>
          <a:p>
            <a:r>
              <a:rPr lang="en-GB" sz="2800" b="1" dirty="0"/>
              <a:t>Where</a:t>
            </a:r>
            <a:r>
              <a:rPr lang="en-GB" sz="2800" dirty="0"/>
              <a:t>? Immersive Room in Forum Core </a:t>
            </a:r>
            <a:r>
              <a:rPr lang="en-GB" sz="2800" dirty="0" err="1"/>
              <a:t>Howest</a:t>
            </a:r>
            <a:endParaRPr lang="en-GB" sz="2800" dirty="0"/>
          </a:p>
          <a:p>
            <a:r>
              <a:rPr lang="en-GB" sz="2800" dirty="0"/>
              <a:t>The child is in the immersive room and has a tablet or phone with the user interface connected to the pc in the immersive room. The child chooses a continent shown on the user interface and a 360° image is shown and music  is played corresponding to the choice. </a:t>
            </a:r>
          </a:p>
          <a:p>
            <a:r>
              <a:rPr lang="en-GB" sz="2800" dirty="0"/>
              <a:t>The child is then asked to say a location, landmark or point of interest it wants to explore. For example, the beach, the pyramids or Disneyland. </a:t>
            </a:r>
          </a:p>
          <a:p>
            <a:r>
              <a:rPr lang="en-GB" sz="2800" dirty="0"/>
              <a:t>The voice input is used by an AI model to generate another 360° image to show in the immersive room. </a:t>
            </a:r>
          </a:p>
          <a:p>
            <a:endParaRPr lang="en-GB" sz="2800" dirty="0"/>
          </a:p>
          <a:p>
            <a:endParaRPr lang="en-GB" sz="2800" dirty="0"/>
          </a:p>
          <a:p>
            <a:endParaRPr lang="en-GB" sz="2800" dirty="0"/>
          </a:p>
          <a:p>
            <a:endParaRPr lang="en-US" sz="2400" dirty="0"/>
          </a:p>
          <a:p>
            <a:endParaRPr lang="en-US" sz="2400" dirty="0"/>
          </a:p>
        </p:txBody>
      </p:sp>
      <p:sp>
        <p:nvSpPr>
          <p:cNvPr id="3" name="Slide Number Placeholder 2">
            <a:extLst>
              <a:ext uri="{FF2B5EF4-FFF2-40B4-BE49-F238E27FC236}">
                <a16:creationId xmlns:a16="http://schemas.microsoft.com/office/drawing/2014/main" id="{61B5BCE8-A13B-C3BA-89C3-1EA1968B31C1}"/>
              </a:ext>
            </a:extLst>
          </p:cNvPr>
          <p:cNvSpPr>
            <a:spLocks noGrp="1"/>
          </p:cNvSpPr>
          <p:nvPr>
            <p:ph type="sldNum" sz="quarter" idx="12"/>
          </p:nvPr>
        </p:nvSpPr>
        <p:spPr/>
        <p:txBody>
          <a:bodyPr/>
          <a:lstStyle/>
          <a:p>
            <a:fld id="{B7527A74-2D87-4307-9531-5A57D9647EEB}" type="slidenum">
              <a:rPr lang="nl-BE" smtClean="0"/>
              <a:pPr/>
              <a:t>4</a:t>
            </a:fld>
            <a:endParaRPr lang="nl-BE"/>
          </a:p>
        </p:txBody>
      </p:sp>
      <p:sp>
        <p:nvSpPr>
          <p:cNvPr id="4" name="Title 3">
            <a:extLst>
              <a:ext uri="{FF2B5EF4-FFF2-40B4-BE49-F238E27FC236}">
                <a16:creationId xmlns:a16="http://schemas.microsoft.com/office/drawing/2014/main" id="{9BB91777-2FA9-1F6C-4BC5-1021D63032BF}"/>
              </a:ext>
            </a:extLst>
          </p:cNvPr>
          <p:cNvSpPr>
            <a:spLocks noGrp="1"/>
          </p:cNvSpPr>
          <p:nvPr>
            <p:ph type="title"/>
          </p:nvPr>
        </p:nvSpPr>
        <p:spPr/>
        <p:txBody>
          <a:bodyPr/>
          <a:lstStyle/>
          <a:p>
            <a:r>
              <a:rPr lang="nl-BE" dirty="0"/>
              <a:t>Project </a:t>
            </a:r>
            <a:r>
              <a:rPr lang="nl-BE" dirty="0" err="1"/>
              <a:t>Description</a:t>
            </a:r>
            <a:endParaRPr lang="en-US" dirty="0"/>
          </a:p>
        </p:txBody>
      </p:sp>
      <p:sp>
        <p:nvSpPr>
          <p:cNvPr id="5" name="Date Placeholder 4">
            <a:extLst>
              <a:ext uri="{FF2B5EF4-FFF2-40B4-BE49-F238E27FC236}">
                <a16:creationId xmlns:a16="http://schemas.microsoft.com/office/drawing/2014/main" id="{210E22A0-922F-B011-0A63-903DC39B4B92}"/>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B7435AA6-DC96-4070-C688-A04912AF6062}"/>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159184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6E533-2BEA-3395-81C1-182C1974BB7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DB15C2-4C56-C348-F640-AA6F3C43905B}"/>
              </a:ext>
            </a:extLst>
          </p:cNvPr>
          <p:cNvSpPr>
            <a:spLocks noGrp="1"/>
          </p:cNvSpPr>
          <p:nvPr>
            <p:ph type="body" sz="quarter" idx="17"/>
          </p:nvPr>
        </p:nvSpPr>
        <p:spPr>
          <a:xfrm>
            <a:off x="1050131" y="2354401"/>
            <a:ext cx="16575629" cy="6952316"/>
          </a:xfrm>
        </p:spPr>
        <p:txBody>
          <a:bodyPr/>
          <a:lstStyle/>
          <a:p>
            <a:endParaRPr lang="en-US" sz="2400" dirty="0"/>
          </a:p>
        </p:txBody>
      </p:sp>
      <p:sp>
        <p:nvSpPr>
          <p:cNvPr id="3" name="Slide Number Placeholder 2">
            <a:extLst>
              <a:ext uri="{FF2B5EF4-FFF2-40B4-BE49-F238E27FC236}">
                <a16:creationId xmlns:a16="http://schemas.microsoft.com/office/drawing/2014/main" id="{71AF0E3B-A9CD-BE67-C85F-51B4C4DD7C88}"/>
              </a:ext>
            </a:extLst>
          </p:cNvPr>
          <p:cNvSpPr>
            <a:spLocks noGrp="1"/>
          </p:cNvSpPr>
          <p:nvPr>
            <p:ph type="sldNum" sz="quarter" idx="12"/>
          </p:nvPr>
        </p:nvSpPr>
        <p:spPr/>
        <p:txBody>
          <a:bodyPr/>
          <a:lstStyle/>
          <a:p>
            <a:fld id="{B7527A74-2D87-4307-9531-5A57D9647EEB}" type="slidenum">
              <a:rPr lang="nl-BE" smtClean="0"/>
              <a:pPr/>
              <a:t>5</a:t>
            </a:fld>
            <a:endParaRPr lang="nl-BE"/>
          </a:p>
        </p:txBody>
      </p:sp>
      <p:sp>
        <p:nvSpPr>
          <p:cNvPr id="4" name="Title 3">
            <a:extLst>
              <a:ext uri="{FF2B5EF4-FFF2-40B4-BE49-F238E27FC236}">
                <a16:creationId xmlns:a16="http://schemas.microsoft.com/office/drawing/2014/main" id="{F8D43C96-1DE1-54E8-6AB7-9CC1D0E8BD35}"/>
              </a:ext>
            </a:extLst>
          </p:cNvPr>
          <p:cNvSpPr>
            <a:spLocks noGrp="1"/>
          </p:cNvSpPr>
          <p:nvPr>
            <p:ph type="title"/>
          </p:nvPr>
        </p:nvSpPr>
        <p:spPr/>
        <p:txBody>
          <a:bodyPr/>
          <a:lstStyle/>
          <a:p>
            <a:pPr algn="l">
              <a:spcBef>
                <a:spcPts val="900"/>
              </a:spcBef>
              <a:spcAft>
                <a:spcPts val="900"/>
              </a:spcAft>
            </a:pPr>
            <a:r>
              <a:rPr lang="nl-BE" dirty="0"/>
              <a:t>Story points</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6CDDEC78-C84A-2F0D-BAE4-846B3EB66055}"/>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9B64CCA1-2F5D-B34C-B1D7-B6EEB5875DE4}"/>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graphicFrame>
        <p:nvGraphicFramePr>
          <p:cNvPr id="7" name="Chart 6">
            <a:extLst>
              <a:ext uri="{FF2B5EF4-FFF2-40B4-BE49-F238E27FC236}">
                <a16:creationId xmlns:a16="http://schemas.microsoft.com/office/drawing/2014/main" id="{80B49A61-0163-7913-2C2C-346771FA772B}"/>
              </a:ext>
            </a:extLst>
          </p:cNvPr>
          <p:cNvGraphicFramePr>
            <a:graphicFrameLocks/>
          </p:cNvGraphicFramePr>
          <p:nvPr>
            <p:extLst>
              <p:ext uri="{D42A27DB-BD31-4B8C-83A1-F6EECF244321}">
                <p14:modId xmlns:p14="http://schemas.microsoft.com/office/powerpoint/2010/main" val="2563026622"/>
              </p:ext>
            </p:extLst>
          </p:nvPr>
        </p:nvGraphicFramePr>
        <p:xfrm>
          <a:off x="1798320" y="2001521"/>
          <a:ext cx="14214791" cy="730519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00850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280FC-C3A7-30A4-16B4-3B098A1B93F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BAD1B8C-F0D4-6306-C5DE-6B707005A759}"/>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6</a:t>
            </a:fld>
            <a:endParaRPr lang="nl-BE"/>
          </a:p>
        </p:txBody>
      </p:sp>
      <p:sp>
        <p:nvSpPr>
          <p:cNvPr id="4" name="Title 3">
            <a:extLst>
              <a:ext uri="{FF2B5EF4-FFF2-40B4-BE49-F238E27FC236}">
                <a16:creationId xmlns:a16="http://schemas.microsoft.com/office/drawing/2014/main" id="{E5E7616B-856B-51C1-E112-AFBE7E7D3B0D}"/>
              </a:ext>
            </a:extLst>
          </p:cNvPr>
          <p:cNvSpPr>
            <a:spLocks noGrp="1"/>
          </p:cNvSpPr>
          <p:nvPr>
            <p:ph type="title"/>
          </p:nvPr>
        </p:nvSpPr>
        <p:spPr>
          <a:xfrm>
            <a:off x="998692" y="888883"/>
            <a:ext cx="16575629" cy="630355"/>
          </a:xfrm>
        </p:spPr>
        <p:txBody>
          <a:bodyPr anchor="t">
            <a:normAutofit/>
          </a:bodyPr>
          <a:lstStyle/>
          <a:p>
            <a:r>
              <a:rPr lang="nl-BE" dirty="0" err="1"/>
              <a:t>Trello</a:t>
            </a:r>
            <a:endParaRPr lang="en-US" dirty="0"/>
          </a:p>
        </p:txBody>
      </p:sp>
      <p:sp>
        <p:nvSpPr>
          <p:cNvPr id="2" name="Text Placeholder 1">
            <a:extLst>
              <a:ext uri="{FF2B5EF4-FFF2-40B4-BE49-F238E27FC236}">
                <a16:creationId xmlns:a16="http://schemas.microsoft.com/office/drawing/2014/main" id="{51F71309-77AE-E564-25F8-6BBB15B899C2}"/>
              </a:ext>
            </a:extLst>
          </p:cNvPr>
          <p:cNvSpPr>
            <a:spLocks noGrp="1"/>
          </p:cNvSpPr>
          <p:nvPr>
            <p:ph type="body" sz="quarter" idx="18"/>
          </p:nvPr>
        </p:nvSpPr>
        <p:spPr>
          <a:xfrm>
            <a:off x="1020995" y="2354400"/>
            <a:ext cx="11009448" cy="6781003"/>
          </a:xfrm>
        </p:spPr>
        <p:txBody>
          <a:bodyPr>
            <a:normAutofit/>
          </a:bodyPr>
          <a:lstStyle/>
          <a:p>
            <a:pPr>
              <a:buFont typeface="Arial" panose="020B0604020202020204" pitchFamily="34" charset="0"/>
              <a:buChar char="•"/>
            </a:pPr>
            <a:r>
              <a:rPr lang="en-GB" b="0" i="0">
                <a:effectLst/>
              </a:rPr>
              <a:t>create a board and share it with the Scrum team &amp; coaches</a:t>
            </a:r>
          </a:p>
          <a:p>
            <a:pPr>
              <a:buFont typeface="Arial" panose="020B0604020202020204" pitchFamily="34" charset="0"/>
              <a:buChar char="•"/>
            </a:pPr>
            <a:r>
              <a:rPr lang="en-GB" b="0" i="0">
                <a:effectLst/>
              </a:rPr>
              <a:t>set up the product backlog</a:t>
            </a:r>
          </a:p>
          <a:p>
            <a:pPr>
              <a:buFont typeface="Arial" panose="020B0604020202020204" pitchFamily="34" charset="0"/>
              <a:buChar char="•"/>
            </a:pPr>
            <a:r>
              <a:rPr lang="en-GB" b="0" i="0">
                <a:effectLst/>
              </a:rPr>
              <a:t>define sprints</a:t>
            </a:r>
          </a:p>
          <a:p>
            <a:pPr>
              <a:buFont typeface="Arial" panose="020B0604020202020204" pitchFamily="34" charset="0"/>
              <a:buChar char="•"/>
            </a:pPr>
            <a:r>
              <a:rPr lang="en-GB" b="0" i="0">
                <a:effectLst/>
              </a:rPr>
              <a:t>add tasks and assign deadlines</a:t>
            </a:r>
          </a:p>
          <a:p>
            <a:endParaRPr lang="en-US"/>
          </a:p>
        </p:txBody>
      </p:sp>
      <p:sp>
        <p:nvSpPr>
          <p:cNvPr id="5" name="Date Placeholder 4">
            <a:extLst>
              <a:ext uri="{FF2B5EF4-FFF2-40B4-BE49-F238E27FC236}">
                <a16:creationId xmlns:a16="http://schemas.microsoft.com/office/drawing/2014/main" id="{0EFBD3CC-7C24-D635-7999-D3BAF6E55010}"/>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11/6/2024</a:t>
            </a:fld>
            <a:endParaRPr lang="nl-BE"/>
          </a:p>
        </p:txBody>
      </p:sp>
      <p:sp>
        <p:nvSpPr>
          <p:cNvPr id="6" name="Footer Placeholder 5">
            <a:extLst>
              <a:ext uri="{FF2B5EF4-FFF2-40B4-BE49-F238E27FC236}">
                <a16:creationId xmlns:a16="http://schemas.microsoft.com/office/drawing/2014/main" id="{9A40B647-8734-3FE3-1512-D9184C38E6BB}"/>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a:t>Virtual GlobeTrotter Team Project 2CTAI</a:t>
            </a:r>
            <a:endParaRPr lang="nl-BE"/>
          </a:p>
        </p:txBody>
      </p:sp>
      <p:pic>
        <p:nvPicPr>
          <p:cNvPr id="7" name="Picture 6" descr="A building with lights on&#10;&#10;Description automatically generated">
            <a:extLst>
              <a:ext uri="{FF2B5EF4-FFF2-40B4-BE49-F238E27FC236}">
                <a16:creationId xmlns:a16="http://schemas.microsoft.com/office/drawing/2014/main" id="{E8C0FBB8-6D75-67A3-72B1-BC6863A5809F}"/>
              </a:ext>
            </a:extLst>
          </p:cNvPr>
          <p:cNvPicPr>
            <a:picLocks noChangeAspect="1"/>
          </p:cNvPicPr>
          <p:nvPr/>
        </p:nvPicPr>
        <p:blipFill>
          <a:blip r:embed="rId2">
            <a:extLst>
              <a:ext uri="{28A0092B-C50C-407E-A947-70E740481C1C}">
                <a14:useLocalDpi xmlns:a14="http://schemas.microsoft.com/office/drawing/2010/main" val="0"/>
              </a:ext>
            </a:extLst>
          </a:blip>
          <a:srcRect l="574" r="83469"/>
          <a:stretch/>
        </p:blipFill>
        <p:spPr>
          <a:xfrm>
            <a:off x="12180332" y="1648800"/>
            <a:ext cx="5438775" cy="7498800"/>
          </a:xfrm>
          <a:prstGeom prst="rect">
            <a:avLst/>
          </a:prstGeom>
          <a:noFill/>
        </p:spPr>
      </p:pic>
    </p:spTree>
    <p:extLst>
      <p:ext uri="{BB962C8B-B14F-4D97-AF65-F5344CB8AC3E}">
        <p14:creationId xmlns:p14="http://schemas.microsoft.com/office/powerpoint/2010/main" val="3587947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F185-3CF4-3768-12C1-8294C676530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163D0A-8E68-1F55-BC9C-E06012637FC2}"/>
              </a:ext>
            </a:extLst>
          </p:cNvPr>
          <p:cNvSpPr>
            <a:spLocks noGrp="1"/>
          </p:cNvSpPr>
          <p:nvPr>
            <p:ph type="body" sz="quarter" idx="17"/>
          </p:nvPr>
        </p:nvSpPr>
        <p:spPr>
          <a:xfrm>
            <a:off x="1050131" y="2354401"/>
            <a:ext cx="16575629" cy="6952316"/>
          </a:xfrm>
        </p:spPr>
        <p:txBody>
          <a:bodyPr/>
          <a:lstStyle/>
          <a:p>
            <a:r>
              <a:rPr lang="en-US" sz="2400" dirty="0">
                <a:solidFill>
                  <a:srgbClr val="FF0000"/>
                </a:solidFill>
              </a:rPr>
              <a:t>To update Thursday 07/11</a:t>
            </a:r>
          </a:p>
        </p:txBody>
      </p:sp>
      <p:sp>
        <p:nvSpPr>
          <p:cNvPr id="3" name="Slide Number Placeholder 2">
            <a:extLst>
              <a:ext uri="{FF2B5EF4-FFF2-40B4-BE49-F238E27FC236}">
                <a16:creationId xmlns:a16="http://schemas.microsoft.com/office/drawing/2014/main" id="{DD6F1887-C342-9BED-7C11-24847A4B7DF7}"/>
              </a:ext>
            </a:extLst>
          </p:cNvPr>
          <p:cNvSpPr>
            <a:spLocks noGrp="1"/>
          </p:cNvSpPr>
          <p:nvPr>
            <p:ph type="sldNum" sz="quarter" idx="12"/>
          </p:nvPr>
        </p:nvSpPr>
        <p:spPr/>
        <p:txBody>
          <a:bodyPr/>
          <a:lstStyle/>
          <a:p>
            <a:fld id="{B7527A74-2D87-4307-9531-5A57D9647EEB}" type="slidenum">
              <a:rPr lang="nl-BE" smtClean="0"/>
              <a:pPr/>
              <a:t>7</a:t>
            </a:fld>
            <a:endParaRPr lang="nl-BE"/>
          </a:p>
        </p:txBody>
      </p:sp>
      <p:sp>
        <p:nvSpPr>
          <p:cNvPr id="4" name="Title 3">
            <a:extLst>
              <a:ext uri="{FF2B5EF4-FFF2-40B4-BE49-F238E27FC236}">
                <a16:creationId xmlns:a16="http://schemas.microsoft.com/office/drawing/2014/main" id="{340D95ED-4063-FD34-D1B6-E8F012F1DBDD}"/>
              </a:ext>
            </a:extLst>
          </p:cNvPr>
          <p:cNvSpPr>
            <a:spLocks noGrp="1"/>
          </p:cNvSpPr>
          <p:nvPr>
            <p:ph type="title"/>
          </p:nvPr>
        </p:nvSpPr>
        <p:spPr/>
        <p:txBody>
          <a:bodyPr/>
          <a:lstStyle/>
          <a:p>
            <a:pPr algn="l">
              <a:spcBef>
                <a:spcPts val="900"/>
              </a:spcBef>
              <a:spcAft>
                <a:spcPts val="900"/>
              </a:spcAft>
            </a:pPr>
            <a:r>
              <a:rPr lang="nl-BE" dirty="0"/>
              <a:t>Technical solution </a:t>
            </a:r>
            <a:br>
              <a:rPr lang="nl-BE" dirty="0"/>
            </a:br>
            <a:r>
              <a:rPr lang="nl-BE" dirty="0"/>
              <a:t>Diagram</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011A2BF6-4B78-F5AB-17A6-ED857BC68F8C}"/>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C5B17DDF-044A-8B5D-DDD1-25BC89D5278F}"/>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a:extLst>
              <a:ext uri="{FF2B5EF4-FFF2-40B4-BE49-F238E27FC236}">
                <a16:creationId xmlns:a16="http://schemas.microsoft.com/office/drawing/2014/main" id="{B82A413C-65DD-A712-90B3-BDF1792E9760}"/>
              </a:ext>
            </a:extLst>
          </p:cNvPr>
          <p:cNvPicPr>
            <a:picLocks noChangeAspect="1"/>
          </p:cNvPicPr>
          <p:nvPr/>
        </p:nvPicPr>
        <p:blipFill>
          <a:blip r:embed="rId2"/>
          <a:stretch>
            <a:fillRect/>
          </a:stretch>
        </p:blipFill>
        <p:spPr>
          <a:xfrm>
            <a:off x="6154648" y="127462"/>
            <a:ext cx="11076076" cy="9179255"/>
          </a:xfrm>
          <a:prstGeom prst="rect">
            <a:avLst/>
          </a:prstGeom>
        </p:spPr>
      </p:pic>
    </p:spTree>
    <p:extLst>
      <p:ext uri="{BB962C8B-B14F-4D97-AF65-F5344CB8AC3E}">
        <p14:creationId xmlns:p14="http://schemas.microsoft.com/office/powerpoint/2010/main" val="3881297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A39AB-9EF4-F998-A587-39D670A3A4D3}"/>
            </a:ext>
          </a:extLst>
        </p:cNvPr>
        <p:cNvGrpSpPr/>
        <p:nvPr/>
      </p:nvGrpSpPr>
      <p:grpSpPr>
        <a:xfrm>
          <a:off x="0" y="0"/>
          <a:ext cx="0" cy="0"/>
          <a:chOff x="0" y="0"/>
          <a:chExt cx="0" cy="0"/>
        </a:xfrm>
      </p:grpSpPr>
      <p:pic>
        <p:nvPicPr>
          <p:cNvPr id="7" name="Picture 6" descr="A building with lights on&#10;&#10;Description automatically generated">
            <a:extLst>
              <a:ext uri="{FF2B5EF4-FFF2-40B4-BE49-F238E27FC236}">
                <a16:creationId xmlns:a16="http://schemas.microsoft.com/office/drawing/2014/main" id="{81723580-60CB-5074-7765-0E8098461838}"/>
              </a:ext>
            </a:extLst>
          </p:cNvPr>
          <p:cNvPicPr>
            <a:picLocks noChangeAspect="1"/>
          </p:cNvPicPr>
          <p:nvPr/>
        </p:nvPicPr>
        <p:blipFill>
          <a:blip r:embed="rId2">
            <a:extLst>
              <a:ext uri="{28A0092B-C50C-407E-A947-70E740481C1C}">
                <a14:useLocalDpi xmlns:a14="http://schemas.microsoft.com/office/drawing/2010/main" val="0"/>
              </a:ext>
            </a:extLst>
          </a:blip>
          <a:srcRect l="80526"/>
          <a:stretch/>
        </p:blipFill>
        <p:spPr>
          <a:xfrm>
            <a:off x="10184049" y="1648800"/>
            <a:ext cx="6637816" cy="7498800"/>
          </a:xfrm>
          <a:prstGeom prst="rect">
            <a:avLst/>
          </a:prstGeom>
          <a:noFill/>
        </p:spPr>
      </p:pic>
      <p:sp>
        <p:nvSpPr>
          <p:cNvPr id="2" name="Text Placeholder 1">
            <a:extLst>
              <a:ext uri="{FF2B5EF4-FFF2-40B4-BE49-F238E27FC236}">
                <a16:creationId xmlns:a16="http://schemas.microsoft.com/office/drawing/2014/main" id="{69B3C26B-BB41-D4AF-75E7-72C56A46A863}"/>
              </a:ext>
            </a:extLst>
          </p:cNvPr>
          <p:cNvSpPr>
            <a:spLocks noGrp="1"/>
          </p:cNvSpPr>
          <p:nvPr>
            <p:ph type="body" sz="quarter" idx="17"/>
          </p:nvPr>
        </p:nvSpPr>
        <p:spPr>
          <a:xfrm>
            <a:off x="1050131" y="2354401"/>
            <a:ext cx="8217535" cy="6111506"/>
          </a:xfrm>
        </p:spPr>
        <p:txBody>
          <a:bodyPr>
            <a:normAutofit/>
          </a:bodyPr>
          <a:lstStyle/>
          <a:p>
            <a:endParaRPr lang="en-BE" b="0" i="0" u="none" strike="noStrike" baseline="0"/>
          </a:p>
          <a:p>
            <a:r>
              <a:rPr lang="en-GB" b="1" i="0" u="none" strike="noStrike" baseline="0"/>
              <a:t>User Interface</a:t>
            </a:r>
            <a:r>
              <a:rPr lang="en-GB" b="0" i="0" u="none" strike="noStrike" baseline="0"/>
              <a:t>: The focus will be on creating a user-friendly interface that is accessible and enjoyable for children of different ages and abilities. </a:t>
            </a:r>
          </a:p>
          <a:p>
            <a:endParaRPr lang="en-US"/>
          </a:p>
        </p:txBody>
      </p:sp>
      <p:sp>
        <p:nvSpPr>
          <p:cNvPr id="3" name="Slide Number Placeholder 2">
            <a:extLst>
              <a:ext uri="{FF2B5EF4-FFF2-40B4-BE49-F238E27FC236}">
                <a16:creationId xmlns:a16="http://schemas.microsoft.com/office/drawing/2014/main" id="{9E95335C-B74D-2DFA-B7D1-41E3677E3584}"/>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8</a:t>
            </a:fld>
            <a:endParaRPr lang="nl-BE"/>
          </a:p>
        </p:txBody>
      </p:sp>
      <p:sp>
        <p:nvSpPr>
          <p:cNvPr id="4" name="Title 3">
            <a:extLst>
              <a:ext uri="{FF2B5EF4-FFF2-40B4-BE49-F238E27FC236}">
                <a16:creationId xmlns:a16="http://schemas.microsoft.com/office/drawing/2014/main" id="{FADE4AF2-3D26-6264-8517-963BF9C34C15}"/>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Technical solution UI: </a:t>
            </a:r>
            <a:r>
              <a:rPr lang="nl-BE" dirty="0" err="1"/>
              <a:t>You</a:t>
            </a:r>
            <a:r>
              <a:rPr lang="nl-BE" dirty="0"/>
              <a:t> </a:t>
            </a:r>
            <a:r>
              <a:rPr lang="nl-BE" dirty="0" err="1"/>
              <a:t>decide</a:t>
            </a:r>
            <a:r>
              <a:rPr lang="nl-BE" dirty="0"/>
              <a:t>! </a:t>
            </a:r>
            <a:endParaRPr lang="en-GB" b="0" i="0" dirty="0">
              <a:effectLst/>
            </a:endParaRPr>
          </a:p>
        </p:txBody>
      </p:sp>
      <p:sp>
        <p:nvSpPr>
          <p:cNvPr id="5" name="Date Placeholder 4">
            <a:extLst>
              <a:ext uri="{FF2B5EF4-FFF2-40B4-BE49-F238E27FC236}">
                <a16:creationId xmlns:a16="http://schemas.microsoft.com/office/drawing/2014/main" id="{B0A6D2B5-ADD8-E7E8-18EC-C72E184D19AB}"/>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11/6/2024</a:t>
            </a:fld>
            <a:endParaRPr lang="nl-BE"/>
          </a:p>
        </p:txBody>
      </p:sp>
      <p:sp>
        <p:nvSpPr>
          <p:cNvPr id="6" name="Footer Placeholder 5">
            <a:extLst>
              <a:ext uri="{FF2B5EF4-FFF2-40B4-BE49-F238E27FC236}">
                <a16:creationId xmlns:a16="http://schemas.microsoft.com/office/drawing/2014/main" id="{6357F620-1A3E-0B94-CFAD-63A3C3420EA9}"/>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33960032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B6A66-2547-F2B9-9F69-7C997A7BEFC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D9450-2ED3-8801-1166-89B22FDB21E6}"/>
              </a:ext>
            </a:extLst>
          </p:cNvPr>
          <p:cNvSpPr>
            <a:spLocks noGrp="1"/>
          </p:cNvSpPr>
          <p:nvPr>
            <p:ph type="body" sz="quarter" idx="17"/>
          </p:nvPr>
        </p:nvSpPr>
        <p:spPr>
          <a:xfrm>
            <a:off x="1050131" y="2354401"/>
            <a:ext cx="8217535" cy="6111506"/>
          </a:xfrm>
        </p:spPr>
        <p:txBody>
          <a:bodyPr>
            <a:normAutofit/>
          </a:bodyPr>
          <a:lstStyle/>
          <a:p>
            <a:endParaRPr lang="en-BE" b="0" i="0" u="none" strike="noStrike" baseline="0" dirty="0"/>
          </a:p>
          <a:p>
            <a:r>
              <a:rPr lang="en-GB" sz="1800" dirty="0">
                <a:solidFill>
                  <a:srgbClr val="6F2F9F"/>
                </a:solidFill>
                <a:latin typeface="Calibri" panose="020F0502020204030204" pitchFamily="34" charset="0"/>
              </a:rPr>
              <a:t>• Dynamic Environment Adaptation via Speech Input: The environments will dynamically adapt based on the child's spoken input. Speech-to-text technology combined with prompt engineering will ensure that elements in the environment change according to what the child says, making the experience more engaging and interactive. </a:t>
            </a:r>
          </a:p>
          <a:p>
            <a:endParaRPr lang="en-US" dirty="0"/>
          </a:p>
        </p:txBody>
      </p:sp>
      <p:sp>
        <p:nvSpPr>
          <p:cNvPr id="3" name="Slide Number Placeholder 2">
            <a:extLst>
              <a:ext uri="{FF2B5EF4-FFF2-40B4-BE49-F238E27FC236}">
                <a16:creationId xmlns:a16="http://schemas.microsoft.com/office/drawing/2014/main" id="{FDB7A25B-0287-423F-90E8-988277BE176A}"/>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9</a:t>
            </a:fld>
            <a:endParaRPr lang="nl-BE"/>
          </a:p>
        </p:txBody>
      </p:sp>
      <p:sp>
        <p:nvSpPr>
          <p:cNvPr id="4" name="Title 3">
            <a:extLst>
              <a:ext uri="{FF2B5EF4-FFF2-40B4-BE49-F238E27FC236}">
                <a16:creationId xmlns:a16="http://schemas.microsoft.com/office/drawing/2014/main" id="{2219F869-1906-8D9C-BEBD-0C6FAEC2CA50}"/>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Technical solution API: help </a:t>
            </a:r>
            <a:r>
              <a:rPr lang="nl-BE" dirty="0" err="1"/>
              <a:t>us</a:t>
            </a:r>
            <a:endParaRPr lang="en-GB" b="0" i="0" dirty="0">
              <a:effectLst/>
            </a:endParaRPr>
          </a:p>
        </p:txBody>
      </p:sp>
      <p:sp>
        <p:nvSpPr>
          <p:cNvPr id="5" name="Date Placeholder 4">
            <a:extLst>
              <a:ext uri="{FF2B5EF4-FFF2-40B4-BE49-F238E27FC236}">
                <a16:creationId xmlns:a16="http://schemas.microsoft.com/office/drawing/2014/main" id="{6188A3E1-EBD1-1D03-0B13-F89A5E7D6577}"/>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11/6/2024</a:t>
            </a:fld>
            <a:endParaRPr lang="nl-BE"/>
          </a:p>
        </p:txBody>
      </p:sp>
      <p:sp>
        <p:nvSpPr>
          <p:cNvPr id="6" name="Footer Placeholder 5">
            <a:extLst>
              <a:ext uri="{FF2B5EF4-FFF2-40B4-BE49-F238E27FC236}">
                <a16:creationId xmlns:a16="http://schemas.microsoft.com/office/drawing/2014/main" id="{21C01D91-EA49-49FA-EF91-BB7C0B503578}"/>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131081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60090-CF74-5F1A-33A4-CD98EE24FA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A02F548-98C1-9AED-A07F-505B13C5AA94}"/>
              </a:ext>
            </a:extLst>
          </p:cNvPr>
          <p:cNvSpPr>
            <a:spLocks noGrp="1"/>
          </p:cNvSpPr>
          <p:nvPr>
            <p:ph type="body" sz="quarter" idx="17"/>
          </p:nvPr>
        </p:nvSpPr>
        <p:spPr>
          <a:xfrm>
            <a:off x="1050131" y="2354401"/>
            <a:ext cx="16575629" cy="6952316"/>
          </a:xfrm>
        </p:spPr>
        <p:txBody>
          <a:bodyPr/>
          <a:lstStyle/>
          <a:p>
            <a:endParaRPr lang="en-US" sz="2400" dirty="0"/>
          </a:p>
        </p:txBody>
      </p:sp>
      <p:sp>
        <p:nvSpPr>
          <p:cNvPr id="3" name="Slide Number Placeholder 2">
            <a:extLst>
              <a:ext uri="{FF2B5EF4-FFF2-40B4-BE49-F238E27FC236}">
                <a16:creationId xmlns:a16="http://schemas.microsoft.com/office/drawing/2014/main" id="{691D9328-45FA-B100-01F5-E9A959DD3EF9}"/>
              </a:ext>
            </a:extLst>
          </p:cNvPr>
          <p:cNvSpPr>
            <a:spLocks noGrp="1"/>
          </p:cNvSpPr>
          <p:nvPr>
            <p:ph type="sldNum" sz="quarter" idx="12"/>
          </p:nvPr>
        </p:nvSpPr>
        <p:spPr/>
        <p:txBody>
          <a:bodyPr/>
          <a:lstStyle/>
          <a:p>
            <a:fld id="{B7527A74-2D87-4307-9531-5A57D9647EEB}" type="slidenum">
              <a:rPr lang="nl-BE" smtClean="0"/>
              <a:pPr/>
              <a:t>10</a:t>
            </a:fld>
            <a:endParaRPr lang="nl-BE"/>
          </a:p>
        </p:txBody>
      </p:sp>
      <p:sp>
        <p:nvSpPr>
          <p:cNvPr id="4" name="Title 3">
            <a:extLst>
              <a:ext uri="{FF2B5EF4-FFF2-40B4-BE49-F238E27FC236}">
                <a16:creationId xmlns:a16="http://schemas.microsoft.com/office/drawing/2014/main" id="{88E840FC-A6D3-BB96-1E04-1D5261407EF1}"/>
              </a:ext>
            </a:extLst>
          </p:cNvPr>
          <p:cNvSpPr>
            <a:spLocks noGrp="1"/>
          </p:cNvSpPr>
          <p:nvPr>
            <p:ph type="title"/>
          </p:nvPr>
        </p:nvSpPr>
        <p:spPr/>
        <p:txBody>
          <a:bodyPr/>
          <a:lstStyle/>
          <a:p>
            <a:pPr algn="l">
              <a:spcBef>
                <a:spcPts val="900"/>
              </a:spcBef>
              <a:spcAft>
                <a:spcPts val="900"/>
              </a:spcAft>
            </a:pPr>
            <a:r>
              <a:rPr lang="nl-BE" dirty="0"/>
              <a:t>Technical solution Database: </a:t>
            </a:r>
            <a:r>
              <a:rPr lang="nl-BE" dirty="0" err="1"/>
              <a:t>find</a:t>
            </a:r>
            <a:r>
              <a:rPr lang="nl-BE" dirty="0"/>
              <a:t> </a:t>
            </a:r>
            <a:r>
              <a:rPr lang="nl-BE" dirty="0" err="1"/>
              <a:t>the</a:t>
            </a:r>
            <a:r>
              <a:rPr lang="nl-BE" dirty="0"/>
              <a:t> best </a:t>
            </a:r>
            <a:r>
              <a:rPr lang="nl-BE" dirty="0" err="1"/>
              <a:t>one</a:t>
            </a:r>
            <a:r>
              <a:rPr lang="nl-BE" dirty="0"/>
              <a:t>! </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2543660B-4F4B-B800-3466-38B38D909BA5}"/>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0A69893E-1264-A110-B4E1-672A8295BEC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8" name="Picture 7">
            <a:extLst>
              <a:ext uri="{FF2B5EF4-FFF2-40B4-BE49-F238E27FC236}">
                <a16:creationId xmlns:a16="http://schemas.microsoft.com/office/drawing/2014/main" id="{DF7F0AA2-4954-3786-3D78-FAD710F3B1B2}"/>
              </a:ext>
            </a:extLst>
          </p:cNvPr>
          <p:cNvPicPr>
            <a:picLocks noChangeAspect="1"/>
          </p:cNvPicPr>
          <p:nvPr/>
        </p:nvPicPr>
        <p:blipFill>
          <a:blip r:embed="rId2"/>
          <a:stretch>
            <a:fillRect/>
          </a:stretch>
        </p:blipFill>
        <p:spPr>
          <a:xfrm>
            <a:off x="8645295" y="5086606"/>
            <a:ext cx="8782258" cy="3721830"/>
          </a:xfrm>
          <a:prstGeom prst="rect">
            <a:avLst/>
          </a:prstGeom>
        </p:spPr>
      </p:pic>
      <p:pic>
        <p:nvPicPr>
          <p:cNvPr id="7" name="Picture 6" descr="A building with lights on">
            <a:extLst>
              <a:ext uri="{FF2B5EF4-FFF2-40B4-BE49-F238E27FC236}">
                <a16:creationId xmlns:a16="http://schemas.microsoft.com/office/drawing/2014/main" id="{3CF45B91-5BDA-CC67-2CEE-E1A07A51CC42}"/>
              </a:ext>
            </a:extLst>
          </p:cNvPr>
          <p:cNvPicPr>
            <a:picLocks noChangeAspect="1"/>
          </p:cNvPicPr>
          <p:nvPr/>
        </p:nvPicPr>
        <p:blipFill>
          <a:blip r:embed="rId3">
            <a:extLst>
              <a:ext uri="{28A0092B-C50C-407E-A947-70E740481C1C}">
                <a14:useLocalDpi xmlns:a14="http://schemas.microsoft.com/office/drawing/2010/main" val="0"/>
              </a:ext>
            </a:extLst>
          </a:blip>
          <a:srcRect l="46693" r="29199"/>
          <a:stretch/>
        </p:blipFill>
        <p:spPr>
          <a:xfrm>
            <a:off x="229554" y="1663538"/>
            <a:ext cx="8217535" cy="7498800"/>
          </a:xfrm>
          <a:prstGeom prst="rect">
            <a:avLst/>
          </a:prstGeom>
          <a:noFill/>
        </p:spPr>
      </p:pic>
    </p:spTree>
    <p:extLst>
      <p:ext uri="{BB962C8B-B14F-4D97-AF65-F5344CB8AC3E}">
        <p14:creationId xmlns:p14="http://schemas.microsoft.com/office/powerpoint/2010/main" val="1429863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0B0B-FFA2-C929-F25F-C14B8D6B1F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3A38C74-95C4-1E3A-8050-7CFB9044B864}"/>
              </a:ext>
            </a:extLst>
          </p:cNvPr>
          <p:cNvSpPr>
            <a:spLocks noGrp="1"/>
          </p:cNvSpPr>
          <p:nvPr>
            <p:ph type="body" sz="quarter" idx="17"/>
          </p:nvPr>
        </p:nvSpPr>
        <p:spPr>
          <a:xfrm>
            <a:off x="1050131" y="2354401"/>
            <a:ext cx="16575629" cy="6952316"/>
          </a:xfrm>
        </p:spPr>
        <p:txBody>
          <a:bodyPr/>
          <a:lstStyle/>
          <a:p>
            <a:pPr algn="l"/>
            <a:endParaRPr lang="en-BE" sz="1800" b="0" i="0" u="none" strike="noStrike" baseline="0" dirty="0">
              <a:solidFill>
                <a:srgbClr val="000000"/>
              </a:solidFill>
              <a:latin typeface="Calibri" panose="020F0502020204030204" pitchFamily="34" charset="0"/>
            </a:endParaRPr>
          </a:p>
          <a:p>
            <a:r>
              <a:rPr lang="en-GB" sz="1800" b="1" i="0" u="none" strike="noStrike" baseline="0" dirty="0">
                <a:solidFill>
                  <a:srgbClr val="6F2F9F"/>
                </a:solidFill>
                <a:latin typeface="Calibri" panose="020F0502020204030204" pitchFamily="34" charset="0"/>
              </a:rPr>
              <a:t>AI-Generated Environments</a:t>
            </a:r>
            <a:r>
              <a:rPr lang="en-GB" sz="1800" b="0" i="0" u="none" strike="noStrike" baseline="0" dirty="0">
                <a:solidFill>
                  <a:srgbClr val="6F2F9F"/>
                </a:solidFill>
                <a:latin typeface="Calibri" panose="020F0502020204030204" pitchFamily="34" charset="0"/>
              </a:rPr>
              <a:t>: The chosen locations will be brought to life with AI-generated 360-degree images and videos, offering immersive experiences such as nature (forests, snow-covered landscapes) or cities (Paris, Amsterdam, etc.). </a:t>
            </a:r>
          </a:p>
          <a:p>
            <a:endParaRPr lang="en-US" sz="2400" dirty="0"/>
          </a:p>
          <a:p>
            <a:endParaRPr lang="en-US" sz="2400" dirty="0"/>
          </a:p>
          <a:p>
            <a:pPr algn="l"/>
            <a:r>
              <a:rPr lang="en-GB" sz="1800" dirty="0">
                <a:solidFill>
                  <a:srgbClr val="FF0000"/>
                </a:solidFill>
                <a:latin typeface="Calibri" panose="020F0502020204030204" pitchFamily="34" charset="0"/>
              </a:rPr>
              <a:t>No real time music generation? </a:t>
            </a:r>
            <a:endParaRPr lang="en-BE" sz="1800" b="0" i="0" u="none" strike="noStrike" baseline="0" dirty="0">
              <a:solidFill>
                <a:srgbClr val="FF0000"/>
              </a:solidFill>
              <a:latin typeface="Calibri" panose="020F0502020204030204" pitchFamily="34" charset="0"/>
            </a:endParaRPr>
          </a:p>
          <a:p>
            <a:r>
              <a:rPr lang="en-GB" sz="1800" b="1" i="0" u="none" strike="noStrike" baseline="0" dirty="0">
                <a:solidFill>
                  <a:srgbClr val="FF0000"/>
                </a:solidFill>
                <a:latin typeface="Calibri" panose="020F0502020204030204" pitchFamily="34" charset="0"/>
              </a:rPr>
              <a:t>Real-time Music Generation</a:t>
            </a:r>
            <a:r>
              <a:rPr lang="en-GB" sz="1800" b="0" i="0" u="none" strike="noStrike" baseline="0" dirty="0">
                <a:solidFill>
                  <a:srgbClr val="FF0000"/>
                </a:solidFill>
                <a:latin typeface="Calibri" panose="020F0502020204030204" pitchFamily="34" charset="0"/>
              </a:rPr>
              <a:t>: Background music will be generated in real-time and tailored to match the location and the interactions of the child, adding to the immersive atmosphere. </a:t>
            </a:r>
          </a:p>
          <a:p>
            <a:r>
              <a:rPr lang="en-US" sz="2400" dirty="0"/>
              <a:t>Music? Copyrights? </a:t>
            </a:r>
          </a:p>
        </p:txBody>
      </p:sp>
      <p:sp>
        <p:nvSpPr>
          <p:cNvPr id="3" name="Slide Number Placeholder 2">
            <a:extLst>
              <a:ext uri="{FF2B5EF4-FFF2-40B4-BE49-F238E27FC236}">
                <a16:creationId xmlns:a16="http://schemas.microsoft.com/office/drawing/2014/main" id="{D1DA3D58-6175-B473-8503-B725618396CD}"/>
              </a:ext>
            </a:extLst>
          </p:cNvPr>
          <p:cNvSpPr>
            <a:spLocks noGrp="1"/>
          </p:cNvSpPr>
          <p:nvPr>
            <p:ph type="sldNum" sz="quarter" idx="12"/>
          </p:nvPr>
        </p:nvSpPr>
        <p:spPr/>
        <p:txBody>
          <a:bodyPr/>
          <a:lstStyle/>
          <a:p>
            <a:fld id="{B7527A74-2D87-4307-9531-5A57D9647EEB}" type="slidenum">
              <a:rPr lang="nl-BE" smtClean="0"/>
              <a:pPr/>
              <a:t>11</a:t>
            </a:fld>
            <a:endParaRPr lang="nl-BE"/>
          </a:p>
        </p:txBody>
      </p:sp>
      <p:sp>
        <p:nvSpPr>
          <p:cNvPr id="4" name="Title 3">
            <a:extLst>
              <a:ext uri="{FF2B5EF4-FFF2-40B4-BE49-F238E27FC236}">
                <a16:creationId xmlns:a16="http://schemas.microsoft.com/office/drawing/2014/main" id="{6B63EF4E-A646-1E57-AF86-26DACA43721B}"/>
              </a:ext>
            </a:extLst>
          </p:cNvPr>
          <p:cNvSpPr>
            <a:spLocks noGrp="1"/>
          </p:cNvSpPr>
          <p:nvPr>
            <p:ph type="title"/>
          </p:nvPr>
        </p:nvSpPr>
        <p:spPr/>
        <p:txBody>
          <a:bodyPr/>
          <a:lstStyle/>
          <a:p>
            <a:pPr algn="l">
              <a:spcBef>
                <a:spcPts val="900"/>
              </a:spcBef>
              <a:spcAft>
                <a:spcPts val="900"/>
              </a:spcAft>
            </a:pPr>
            <a:r>
              <a:rPr lang="nl-BE" dirty="0"/>
              <a:t>Technical solution AI: or Else </a:t>
            </a:r>
            <a:r>
              <a:rPr lang="nl-BE" dirty="0" err="1"/>
              <a:t>Create</a:t>
            </a:r>
            <a:r>
              <a:rPr lang="nl-BE" dirty="0"/>
              <a:t> It!</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527E656B-1659-3C38-98CA-4EDC4034E136}"/>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B59BFD75-C010-6621-59E1-2779DF5BBF4E}"/>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spTree>
    <p:extLst>
      <p:ext uri="{BB962C8B-B14F-4D97-AF65-F5344CB8AC3E}">
        <p14:creationId xmlns:p14="http://schemas.microsoft.com/office/powerpoint/2010/main" val="2230606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0A583-EC0A-9B31-DA8F-AE09F00E275F}"/>
            </a:ext>
          </a:extLst>
        </p:cNvPr>
        <p:cNvGrpSpPr/>
        <p:nvPr/>
      </p:nvGrpSpPr>
      <p:grpSpPr>
        <a:xfrm>
          <a:off x="0" y="0"/>
          <a:ext cx="0" cy="0"/>
          <a:chOff x="0" y="0"/>
          <a:chExt cx="0" cy="0"/>
        </a:xfrm>
      </p:grpSpPr>
      <p:pic>
        <p:nvPicPr>
          <p:cNvPr id="8" name="Picture 7" descr="A building with lights on&#10;&#10;Description automatically generated">
            <a:extLst>
              <a:ext uri="{FF2B5EF4-FFF2-40B4-BE49-F238E27FC236}">
                <a16:creationId xmlns:a16="http://schemas.microsoft.com/office/drawing/2014/main" id="{593FC39F-D957-FFA2-5DCD-5277864A3B68}"/>
              </a:ext>
            </a:extLst>
          </p:cNvPr>
          <p:cNvPicPr>
            <a:picLocks noChangeAspect="1"/>
          </p:cNvPicPr>
          <p:nvPr/>
        </p:nvPicPr>
        <p:blipFill>
          <a:blip r:embed="rId2">
            <a:extLst>
              <a:ext uri="{28A0092B-C50C-407E-A947-70E740481C1C}">
                <a14:useLocalDpi xmlns:a14="http://schemas.microsoft.com/office/drawing/2010/main" val="0"/>
              </a:ext>
            </a:extLst>
          </a:blip>
          <a:srcRect l="5840" r="70051"/>
          <a:stretch/>
        </p:blipFill>
        <p:spPr>
          <a:xfrm>
            <a:off x="9394190" y="1648800"/>
            <a:ext cx="8217535" cy="7498800"/>
          </a:xfrm>
          <a:prstGeom prst="rect">
            <a:avLst/>
          </a:prstGeom>
          <a:noFill/>
        </p:spPr>
      </p:pic>
      <p:sp>
        <p:nvSpPr>
          <p:cNvPr id="2" name="Text Placeholder 1">
            <a:extLst>
              <a:ext uri="{FF2B5EF4-FFF2-40B4-BE49-F238E27FC236}">
                <a16:creationId xmlns:a16="http://schemas.microsoft.com/office/drawing/2014/main" id="{8851A269-2420-FF4C-37CD-45F4E4563B28}"/>
              </a:ext>
            </a:extLst>
          </p:cNvPr>
          <p:cNvSpPr>
            <a:spLocks noGrp="1"/>
          </p:cNvSpPr>
          <p:nvPr>
            <p:ph type="body" sz="quarter" idx="17"/>
          </p:nvPr>
        </p:nvSpPr>
        <p:spPr>
          <a:xfrm>
            <a:off x="1050131" y="2354401"/>
            <a:ext cx="8217535" cy="6111506"/>
          </a:xfrm>
        </p:spPr>
        <p:txBody>
          <a:bodyPr>
            <a:normAutofit/>
          </a:bodyPr>
          <a:lstStyle/>
          <a:p>
            <a:r>
              <a:rPr lang="en-GB" sz="1800" dirty="0">
                <a:solidFill>
                  <a:srgbClr val="6F2F9F"/>
                </a:solidFill>
                <a:latin typeface="Calibri" panose="020F0502020204030204" pitchFamily="34" charset="0"/>
              </a:rPr>
              <a:t>Immersive Room: </a:t>
            </a:r>
          </a:p>
          <a:p>
            <a:r>
              <a:rPr lang="en-GB" sz="1800" dirty="0">
                <a:solidFill>
                  <a:srgbClr val="6F2F9F"/>
                </a:solidFill>
                <a:latin typeface="Calibri" panose="020F0502020204030204" pitchFamily="34" charset="0"/>
              </a:rPr>
              <a:t>• Mobile immersive room (Dome) with 360° projection and audio setup </a:t>
            </a:r>
          </a:p>
          <a:p>
            <a:r>
              <a:rPr lang="en-GB" sz="1800" dirty="0">
                <a:solidFill>
                  <a:srgbClr val="6F2F9F"/>
                </a:solidFill>
                <a:latin typeface="Calibri" panose="020F0502020204030204" pitchFamily="34" charset="0"/>
              </a:rPr>
              <a:t>• Dimensions: 5x5 meters with four large white screens, four 8000-lumen projectors, and sound boxes in each corner. Hardware is positioned next to the immersive room. </a:t>
            </a:r>
          </a:p>
          <a:p>
            <a:r>
              <a:rPr lang="en-GB" sz="1800" dirty="0">
                <a:solidFill>
                  <a:srgbClr val="6F2F9F"/>
                </a:solidFill>
                <a:latin typeface="Calibri" panose="020F0502020204030204" pitchFamily="34" charset="0"/>
              </a:rPr>
              <a:t>• VIVE trackers for motion tracking </a:t>
            </a:r>
          </a:p>
          <a:p>
            <a:r>
              <a:rPr lang="en-GB" sz="1800" dirty="0">
                <a:solidFill>
                  <a:srgbClr val="6F2F9F"/>
                </a:solidFill>
                <a:latin typeface="Calibri" panose="020F0502020204030204" pitchFamily="34" charset="0"/>
              </a:rPr>
              <a:t>• Compatible with Unity, Unreal Engine, and 360-degree videos </a:t>
            </a:r>
          </a:p>
          <a:p>
            <a:endParaRPr lang="en-US" dirty="0"/>
          </a:p>
        </p:txBody>
      </p:sp>
      <p:sp>
        <p:nvSpPr>
          <p:cNvPr id="3" name="Slide Number Placeholder 2">
            <a:extLst>
              <a:ext uri="{FF2B5EF4-FFF2-40B4-BE49-F238E27FC236}">
                <a16:creationId xmlns:a16="http://schemas.microsoft.com/office/drawing/2014/main" id="{D3A675FA-F76A-3900-5821-CEACA27ADE8F}"/>
              </a:ext>
            </a:extLst>
          </p:cNvPr>
          <p:cNvSpPr>
            <a:spLocks noGrp="1"/>
          </p:cNvSpPr>
          <p:nvPr>
            <p:ph type="sldNum" sz="quarter" idx="12"/>
          </p:nvPr>
        </p:nvSpPr>
        <p:spPr>
          <a:xfrm>
            <a:off x="14543315" y="9306717"/>
            <a:ext cx="1001264" cy="547688"/>
          </a:xfrm>
        </p:spPr>
        <p:txBody>
          <a:bodyPr anchor="ctr">
            <a:normAutofit/>
          </a:bodyPr>
          <a:lstStyle/>
          <a:p>
            <a:pPr>
              <a:spcAft>
                <a:spcPts val="600"/>
              </a:spcAft>
            </a:pPr>
            <a:fld id="{B7527A74-2D87-4307-9531-5A57D9647EEB}" type="slidenum">
              <a:rPr lang="nl-BE" smtClean="0"/>
              <a:pPr>
                <a:spcAft>
                  <a:spcPts val="600"/>
                </a:spcAft>
              </a:pPr>
              <a:t>12</a:t>
            </a:fld>
            <a:endParaRPr lang="nl-BE"/>
          </a:p>
        </p:txBody>
      </p:sp>
      <p:sp>
        <p:nvSpPr>
          <p:cNvPr id="4" name="Title 3">
            <a:extLst>
              <a:ext uri="{FF2B5EF4-FFF2-40B4-BE49-F238E27FC236}">
                <a16:creationId xmlns:a16="http://schemas.microsoft.com/office/drawing/2014/main" id="{6F339DB6-756D-FE81-5E82-B025B8E1845A}"/>
              </a:ext>
            </a:extLst>
          </p:cNvPr>
          <p:cNvSpPr>
            <a:spLocks noGrp="1"/>
          </p:cNvSpPr>
          <p:nvPr>
            <p:ph type="title"/>
          </p:nvPr>
        </p:nvSpPr>
        <p:spPr>
          <a:xfrm>
            <a:off x="998692" y="888883"/>
            <a:ext cx="16575629" cy="630355"/>
          </a:xfrm>
        </p:spPr>
        <p:txBody>
          <a:bodyPr anchor="t">
            <a:normAutofit/>
          </a:bodyPr>
          <a:lstStyle/>
          <a:p>
            <a:pPr>
              <a:spcBef>
                <a:spcPts val="900"/>
              </a:spcBef>
              <a:spcAft>
                <a:spcPts val="900"/>
              </a:spcAft>
            </a:pPr>
            <a:r>
              <a:rPr lang="nl-BE" dirty="0"/>
              <a:t>Technical solution </a:t>
            </a:r>
            <a:r>
              <a:rPr lang="nl-BE" dirty="0" err="1"/>
              <a:t>Unity</a:t>
            </a:r>
            <a:r>
              <a:rPr lang="nl-BE" dirty="0"/>
              <a:t>: </a:t>
            </a:r>
            <a:r>
              <a:rPr lang="nl-BE" dirty="0" err="1"/>
              <a:t>Eyes</a:t>
            </a:r>
            <a:r>
              <a:rPr lang="nl-BE" dirty="0"/>
              <a:t> </a:t>
            </a:r>
            <a:r>
              <a:rPr lang="nl-BE" dirty="0" err="1"/>
              <a:t>and</a:t>
            </a:r>
            <a:r>
              <a:rPr lang="nl-BE" dirty="0"/>
              <a:t> </a:t>
            </a:r>
            <a:r>
              <a:rPr lang="nl-BE" dirty="0" err="1"/>
              <a:t>Ears</a:t>
            </a:r>
            <a:r>
              <a:rPr lang="nl-BE" dirty="0"/>
              <a:t> Ready? </a:t>
            </a:r>
            <a:endParaRPr lang="en-GB" b="0" i="0" dirty="0">
              <a:effectLst/>
            </a:endParaRPr>
          </a:p>
        </p:txBody>
      </p:sp>
      <p:sp>
        <p:nvSpPr>
          <p:cNvPr id="5" name="Date Placeholder 4">
            <a:extLst>
              <a:ext uri="{FF2B5EF4-FFF2-40B4-BE49-F238E27FC236}">
                <a16:creationId xmlns:a16="http://schemas.microsoft.com/office/drawing/2014/main" id="{42FEC275-7954-A5B7-1B4F-BF8D67588D2C}"/>
              </a:ext>
            </a:extLst>
          </p:cNvPr>
          <p:cNvSpPr>
            <a:spLocks noGrp="1"/>
          </p:cNvSpPr>
          <p:nvPr>
            <p:ph type="dt" sz="half" idx="10"/>
          </p:nvPr>
        </p:nvSpPr>
        <p:spPr>
          <a:xfrm>
            <a:off x="1057276" y="9306717"/>
            <a:ext cx="1217614" cy="547688"/>
          </a:xfrm>
        </p:spPr>
        <p:txBody>
          <a:bodyPr anchor="ctr">
            <a:normAutofit/>
          </a:bodyPr>
          <a:lstStyle/>
          <a:p>
            <a:pPr>
              <a:spcAft>
                <a:spcPts val="600"/>
              </a:spcAft>
            </a:pPr>
            <a:fld id="{EEB9FFE0-59FF-4E33-9CF1-FBB947891542}" type="datetime1">
              <a:rPr lang="en-US" smtClean="0"/>
              <a:pPr>
                <a:spcAft>
                  <a:spcPts val="600"/>
                </a:spcAft>
              </a:pPr>
              <a:t>11/6/2024</a:t>
            </a:fld>
            <a:endParaRPr lang="nl-BE"/>
          </a:p>
        </p:txBody>
      </p:sp>
      <p:sp>
        <p:nvSpPr>
          <p:cNvPr id="6" name="Footer Placeholder 5">
            <a:extLst>
              <a:ext uri="{FF2B5EF4-FFF2-40B4-BE49-F238E27FC236}">
                <a16:creationId xmlns:a16="http://schemas.microsoft.com/office/drawing/2014/main" id="{A3AED309-BA1D-656A-F0C4-1B46FE485F7A}"/>
              </a:ext>
            </a:extLst>
          </p:cNvPr>
          <p:cNvSpPr>
            <a:spLocks noGrp="1"/>
          </p:cNvSpPr>
          <p:nvPr>
            <p:ph type="ftr" sz="quarter" idx="11"/>
          </p:nvPr>
        </p:nvSpPr>
        <p:spPr>
          <a:xfrm>
            <a:off x="2274889" y="9306717"/>
            <a:ext cx="6172200" cy="547688"/>
          </a:xfrm>
        </p:spPr>
        <p:txBody>
          <a:bodyPr anchor="ctr">
            <a:normAutofit/>
          </a:bodyPr>
          <a:lstStyle/>
          <a:p>
            <a:pPr>
              <a:spcAft>
                <a:spcPts val="600"/>
              </a:spcAft>
            </a:pPr>
            <a:r>
              <a:rPr lang="en-US" dirty="0"/>
              <a:t>Virtual </a:t>
            </a:r>
            <a:r>
              <a:rPr lang="en-US" dirty="0" err="1"/>
              <a:t>GlobeTrotter</a:t>
            </a:r>
            <a:r>
              <a:rPr lang="en-US" dirty="0"/>
              <a:t> Team Project 2CTAI</a:t>
            </a:r>
            <a:endParaRPr lang="nl-BE"/>
          </a:p>
        </p:txBody>
      </p:sp>
    </p:spTree>
    <p:extLst>
      <p:ext uri="{BB962C8B-B14F-4D97-AF65-F5344CB8AC3E}">
        <p14:creationId xmlns:p14="http://schemas.microsoft.com/office/powerpoint/2010/main" val="2763719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7A5E9-E34F-F409-29F0-517C83CAC3C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582074-F0D4-D736-24A6-F732C8F4EE4C}"/>
              </a:ext>
            </a:extLst>
          </p:cNvPr>
          <p:cNvSpPr>
            <a:spLocks noGrp="1"/>
          </p:cNvSpPr>
          <p:nvPr>
            <p:ph type="body" sz="quarter" idx="17"/>
          </p:nvPr>
        </p:nvSpPr>
        <p:spPr>
          <a:xfrm>
            <a:off x="1050131" y="2354401"/>
            <a:ext cx="16575629" cy="6952316"/>
          </a:xfrm>
        </p:spPr>
        <p:txBody>
          <a:bodyPr/>
          <a:lstStyle/>
          <a:p>
            <a:r>
              <a:rPr lang="en-US" sz="2400" dirty="0"/>
              <a:t>Connecting everything to 1 experience</a:t>
            </a:r>
          </a:p>
        </p:txBody>
      </p:sp>
      <p:sp>
        <p:nvSpPr>
          <p:cNvPr id="3" name="Slide Number Placeholder 2">
            <a:extLst>
              <a:ext uri="{FF2B5EF4-FFF2-40B4-BE49-F238E27FC236}">
                <a16:creationId xmlns:a16="http://schemas.microsoft.com/office/drawing/2014/main" id="{A241115D-CDFA-8C4F-5A9F-5BEFE27F9475}"/>
              </a:ext>
            </a:extLst>
          </p:cNvPr>
          <p:cNvSpPr>
            <a:spLocks noGrp="1"/>
          </p:cNvSpPr>
          <p:nvPr>
            <p:ph type="sldNum" sz="quarter" idx="12"/>
          </p:nvPr>
        </p:nvSpPr>
        <p:spPr/>
        <p:txBody>
          <a:bodyPr/>
          <a:lstStyle/>
          <a:p>
            <a:fld id="{B7527A74-2D87-4307-9531-5A57D9647EEB}" type="slidenum">
              <a:rPr lang="nl-BE" smtClean="0"/>
              <a:pPr/>
              <a:t>13</a:t>
            </a:fld>
            <a:endParaRPr lang="nl-BE"/>
          </a:p>
        </p:txBody>
      </p:sp>
      <p:sp>
        <p:nvSpPr>
          <p:cNvPr id="4" name="Title 3">
            <a:extLst>
              <a:ext uri="{FF2B5EF4-FFF2-40B4-BE49-F238E27FC236}">
                <a16:creationId xmlns:a16="http://schemas.microsoft.com/office/drawing/2014/main" id="{4C694208-8030-BD4A-90B5-19E8546E92EC}"/>
              </a:ext>
            </a:extLst>
          </p:cNvPr>
          <p:cNvSpPr>
            <a:spLocks noGrp="1"/>
          </p:cNvSpPr>
          <p:nvPr>
            <p:ph type="title"/>
          </p:nvPr>
        </p:nvSpPr>
        <p:spPr/>
        <p:txBody>
          <a:bodyPr/>
          <a:lstStyle/>
          <a:p>
            <a:pPr algn="l">
              <a:spcBef>
                <a:spcPts val="900"/>
              </a:spcBef>
              <a:spcAft>
                <a:spcPts val="900"/>
              </a:spcAft>
            </a:pPr>
            <a:r>
              <a:rPr lang="nl-BE" dirty="0"/>
              <a:t>Technical solution Connectivity</a:t>
            </a:r>
            <a:endParaRPr lang="en-GB" b="0" i="0" dirty="0">
              <a:solidFill>
                <a:srgbClr val="2D3B45"/>
              </a:solidFill>
              <a:effectLst/>
              <a:latin typeface="Lato Extended"/>
            </a:endParaRPr>
          </a:p>
        </p:txBody>
      </p:sp>
      <p:sp>
        <p:nvSpPr>
          <p:cNvPr id="5" name="Date Placeholder 4">
            <a:extLst>
              <a:ext uri="{FF2B5EF4-FFF2-40B4-BE49-F238E27FC236}">
                <a16:creationId xmlns:a16="http://schemas.microsoft.com/office/drawing/2014/main" id="{8143F563-4D1E-B098-05B1-26CCF069FC41}"/>
              </a:ext>
            </a:extLst>
          </p:cNvPr>
          <p:cNvSpPr>
            <a:spLocks noGrp="1"/>
          </p:cNvSpPr>
          <p:nvPr>
            <p:ph type="dt" sz="half" idx="10"/>
          </p:nvPr>
        </p:nvSpPr>
        <p:spPr/>
        <p:txBody>
          <a:bodyPr/>
          <a:lstStyle/>
          <a:p>
            <a:fld id="{EEB9FFE0-59FF-4E33-9CF1-FBB947891542}" type="datetime1">
              <a:rPr lang="en-US" smtClean="0"/>
              <a:t>11/6/2024</a:t>
            </a:fld>
            <a:endParaRPr lang="nl-BE" dirty="0"/>
          </a:p>
        </p:txBody>
      </p:sp>
      <p:sp>
        <p:nvSpPr>
          <p:cNvPr id="6" name="Footer Placeholder 5">
            <a:extLst>
              <a:ext uri="{FF2B5EF4-FFF2-40B4-BE49-F238E27FC236}">
                <a16:creationId xmlns:a16="http://schemas.microsoft.com/office/drawing/2014/main" id="{C428AB42-6F04-6407-AAE8-69498CD16EC9}"/>
              </a:ext>
            </a:extLst>
          </p:cNvPr>
          <p:cNvSpPr>
            <a:spLocks noGrp="1"/>
          </p:cNvSpPr>
          <p:nvPr>
            <p:ph type="ftr" sz="quarter" idx="11"/>
          </p:nvPr>
        </p:nvSpPr>
        <p:spPr/>
        <p:txBody>
          <a:bodyPr/>
          <a:lstStyle/>
          <a:p>
            <a:r>
              <a:rPr lang="en-US" dirty="0"/>
              <a:t>Virtual </a:t>
            </a:r>
            <a:r>
              <a:rPr lang="en-US" dirty="0" err="1"/>
              <a:t>GlobeTrotter</a:t>
            </a:r>
            <a:r>
              <a:rPr lang="en-US" dirty="0"/>
              <a:t> Team Project 2CTAI</a:t>
            </a:r>
            <a:endParaRPr lang="nl-BE" dirty="0"/>
          </a:p>
        </p:txBody>
      </p:sp>
      <p:pic>
        <p:nvPicPr>
          <p:cNvPr id="7" name="Picture 6" descr="A building with lights on&#10;&#10;Description automatically generated">
            <a:extLst>
              <a:ext uri="{FF2B5EF4-FFF2-40B4-BE49-F238E27FC236}">
                <a16:creationId xmlns:a16="http://schemas.microsoft.com/office/drawing/2014/main" id="{B2C523E5-851D-C783-FCFB-2EC863AB26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266688"/>
            <a:ext cx="18288000" cy="4020312"/>
          </a:xfrm>
          <a:prstGeom prst="rect">
            <a:avLst/>
          </a:prstGeom>
        </p:spPr>
      </p:pic>
    </p:spTree>
    <p:extLst>
      <p:ext uri="{BB962C8B-B14F-4D97-AF65-F5344CB8AC3E}">
        <p14:creationId xmlns:p14="http://schemas.microsoft.com/office/powerpoint/2010/main" val="2023299793"/>
      </p:ext>
    </p:extLst>
  </p:cSld>
  <p:clrMapOvr>
    <a:masterClrMapping/>
  </p:clrMapOvr>
</p:sld>
</file>

<file path=ppt/theme/theme1.xml><?xml version="1.0" encoding="utf-8"?>
<a:theme xmlns:a="http://schemas.openxmlformats.org/drawingml/2006/main" name="Howest NL">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owest EN">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Howest NL met tweede logo">
  <a:themeElements>
    <a:clrScheme name="Howest">
      <a:dk1>
        <a:srgbClr val="000000"/>
      </a:dk1>
      <a:lt1>
        <a:sysClr val="window" lastClr="FFFFFF"/>
      </a:lt1>
      <a:dk2>
        <a:srgbClr val="44C8F5"/>
      </a:dk2>
      <a:lt2>
        <a:srgbClr val="E7E6E6"/>
      </a:lt2>
      <a:accent1>
        <a:srgbClr val="EC008C"/>
      </a:accent1>
      <a:accent2>
        <a:srgbClr val="FFF200"/>
      </a:accent2>
      <a:accent3>
        <a:srgbClr val="A5A5A5"/>
      </a:accent3>
      <a:accent4>
        <a:srgbClr val="44C8F5"/>
      </a:accent4>
      <a:accent5>
        <a:srgbClr val="7B7B7B"/>
      </a:accent5>
      <a:accent6>
        <a:srgbClr val="000000"/>
      </a:accent6>
      <a:hlink>
        <a:srgbClr val="44C8F5"/>
      </a:hlink>
      <a:folHlink>
        <a:srgbClr val="44C8F5"/>
      </a:folHlink>
    </a:clrScheme>
    <a:fontScheme name="Kantoorthema">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solidFill>
            <a:srgbClr val="44C8F5"/>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0185FF4C350E4FBC1D9C6755033037" ma:contentTypeVersion="5" ma:contentTypeDescription="Een nieuw document maken." ma:contentTypeScope="" ma:versionID="54834040f847a9128d07fee6bb87a34f">
  <xsd:schema xmlns:xsd="http://www.w3.org/2001/XMLSchema" xmlns:xs="http://www.w3.org/2001/XMLSchema" xmlns:p="http://schemas.microsoft.com/office/2006/metadata/properties" xmlns:ns2="d374f1f6-a7bc-4ce3-8ce4-dbead62070db" targetNamespace="http://schemas.microsoft.com/office/2006/metadata/properties" ma:root="true" ma:fieldsID="a64fb42c7f0498b8b863d5f220b52cfe" ns2:_="">
    <xsd:import namespace="d374f1f6-a7bc-4ce3-8ce4-dbead62070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4f1f6-a7bc-4ce3-8ce4-dbead62070d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B948370-5113-4053-81DD-76230B49C2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374f1f6-a7bc-4ce3-8ce4-dbead62070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9D7BF5-FA67-45FF-A287-CE11E2521B25}">
  <ds:schemaRefs>
    <ds:schemaRef ds:uri="http://schemas.microsoft.com/office/2006/documentManagement/types"/>
    <ds:schemaRef ds:uri="http://purl.org/dc/dcmitype/"/>
    <ds:schemaRef ds:uri="d374f1f6-a7bc-4ce3-8ce4-dbead62070db"/>
    <ds:schemaRef ds:uri="http://www.w3.org/XML/1998/namespace"/>
    <ds:schemaRef ds:uri="http://purl.org/dc/terms/"/>
    <ds:schemaRef ds:uri="http://purl.org/dc/elements/1.1/"/>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67E805CF-5123-4B02-8348-B20123482E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11089</TotalTime>
  <Words>703</Words>
  <Application>Microsoft Office PowerPoint</Application>
  <PresentationFormat>Custom</PresentationFormat>
  <Paragraphs>118</Paragraphs>
  <Slides>13</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13</vt:i4>
      </vt:variant>
    </vt:vector>
  </HeadingPairs>
  <TitlesOfParts>
    <vt:vector size="21" baseType="lpstr">
      <vt:lpstr>Arial</vt:lpstr>
      <vt:lpstr>Arial Rounded MT Bold</vt:lpstr>
      <vt:lpstr>Calibri</vt:lpstr>
      <vt:lpstr>Calibri Light</vt:lpstr>
      <vt:lpstr>Lato Extended</vt:lpstr>
      <vt:lpstr>Howest NL</vt:lpstr>
      <vt:lpstr>Howest EN</vt:lpstr>
      <vt:lpstr>Howest NL met tweede logo</vt:lpstr>
      <vt:lpstr>  Virtual GlobeTrotter : Travel and see nice spots  * even when you have to stay home </vt:lpstr>
      <vt:lpstr>Table of content</vt:lpstr>
      <vt:lpstr>Team Role Distribution</vt:lpstr>
      <vt:lpstr>Project Description</vt:lpstr>
      <vt:lpstr>Story points</vt:lpstr>
      <vt:lpstr>Trello</vt:lpstr>
      <vt:lpstr>Technical solution  Diagram</vt:lpstr>
      <vt:lpstr>Technical solution UI: You decide! </vt:lpstr>
      <vt:lpstr>Technical solution API: help us</vt:lpstr>
      <vt:lpstr>Technical solution Database: find the best one! </vt:lpstr>
      <vt:lpstr>Technical solution AI: or Else Create It!</vt:lpstr>
      <vt:lpstr>Technical solution Unity: Eyes and Ears Ready? </vt:lpstr>
      <vt:lpstr>Technical solution Connectivity</vt:lpstr>
    </vt:vector>
  </TitlesOfParts>
  <Company>Howest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regis.le.roy@howest.be</dc:creator>
  <cp:lastModifiedBy>Isabelle Desle</cp:lastModifiedBy>
  <cp:revision>186</cp:revision>
  <dcterms:created xsi:type="dcterms:W3CDTF">2019-05-02T19:50:51Z</dcterms:created>
  <dcterms:modified xsi:type="dcterms:W3CDTF">2024-11-06T20:54:42Z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0x010100AD0185FF4C350E4FBC1D9C6755033037</vt:lpwstr>
  </property>
</Properties>
</file>