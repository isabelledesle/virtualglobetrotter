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710" r:id="rId5"/>
    <p:sldMasterId id="2147483736" r:id="rId6"/>
  </p:sldMasterIdLst>
  <p:notesMasterIdLst>
    <p:notesMasterId r:id="rId22"/>
  </p:notesMasterIdLst>
  <p:handoutMasterIdLst>
    <p:handoutMasterId r:id="rId23"/>
  </p:handoutMasterIdLst>
  <p:sldIdLst>
    <p:sldId id="301" r:id="rId7"/>
    <p:sldId id="337" r:id="rId8"/>
    <p:sldId id="334" r:id="rId9"/>
    <p:sldId id="338" r:id="rId10"/>
    <p:sldId id="342" r:id="rId11"/>
    <p:sldId id="344" r:id="rId12"/>
    <p:sldId id="341" r:id="rId13"/>
    <p:sldId id="339" r:id="rId14"/>
    <p:sldId id="335" r:id="rId15"/>
    <p:sldId id="340" r:id="rId16"/>
    <p:sldId id="343" r:id="rId17"/>
    <p:sldId id="336" r:id="rId18"/>
    <p:sldId id="332" r:id="rId19"/>
    <p:sldId id="302" r:id="rId20"/>
    <p:sldId id="333" r:id="rId21"/>
  </p:sldIdLst>
  <p:sldSz cx="18288000" cy="10287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FFFFFF"/>
    <a:srgbClr val="44C8F5"/>
    <a:srgbClr val="AFABAB"/>
    <a:srgbClr val="CA483E"/>
    <a:srgbClr val="4472C4"/>
    <a:srgbClr val="E3EA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E60E07-D841-4AE0-9037-9C4FA1B76649}" v="69" dt="2024-11-06T17:12:13.291"/>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0387" autoAdjust="0"/>
  </p:normalViewPr>
  <p:slideViewPr>
    <p:cSldViewPr snapToGrid="0" showGuides="1">
      <p:cViewPr varScale="1">
        <p:scale>
          <a:sx n="47" d="100"/>
          <a:sy n="47" d="100"/>
        </p:scale>
        <p:origin x="165" y="18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notesViewPr>
    <p:cSldViewPr snapToGrid="0" showGuides="1">
      <p:cViewPr>
        <p:scale>
          <a:sx n="150" d="100"/>
          <a:sy n="150" d="100"/>
        </p:scale>
        <p:origin x="2454" y="336"/>
      </p:cViewPr>
      <p:guideLst/>
    </p:cSldViewPr>
  </p:notesViewPr>
  <p:gridSpacing cx="719999" cy="719999"/>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7d0bdc8d4b5c7b14/2S1_005_TEAM_PROJECT/STORYPOINT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a:solidFill>
              <a:schemeClr val="bg1"/>
            </a:solidFill>
          </c:spPr>
          <c:dPt>
            <c:idx val="0"/>
            <c:bubble3D val="0"/>
            <c:spPr>
              <a:solidFill>
                <a:schemeClr val="accent4">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4BE7-4430-918B-9C43EE402BBA}"/>
              </c:ext>
            </c:extLst>
          </c:dPt>
          <c:dPt>
            <c:idx val="1"/>
            <c:bubble3D val="0"/>
            <c:spPr>
              <a:solidFill>
                <a:schemeClr val="accent4">
                  <a:lumMod val="60000"/>
                  <a:lumOff val="4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4BE7-4430-918B-9C43EE402BBA}"/>
              </c:ext>
            </c:extLst>
          </c:dPt>
          <c:dPt>
            <c:idx val="2"/>
            <c:bubble3D val="0"/>
            <c:spPr>
              <a:solidFill>
                <a:srgbClr val="CCFFC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4BE7-4430-918B-9C43EE402BBA}"/>
              </c:ext>
            </c:extLst>
          </c:dPt>
          <c:dPt>
            <c:idx val="3"/>
            <c:bubble3D val="0"/>
            <c:spPr>
              <a:solidFill>
                <a:schemeClr val="accent1">
                  <a:lumMod val="20000"/>
                  <a:lumOff val="8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4BE7-4430-918B-9C43EE402BBA}"/>
              </c:ext>
            </c:extLst>
          </c:dPt>
          <c:dPt>
            <c:idx val="4"/>
            <c:bubble3D val="0"/>
            <c:spPr>
              <a:solidFill>
                <a:schemeClr val="accent3">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9-4BE7-4430-918B-9C43EE402BBA}"/>
              </c:ext>
            </c:extLst>
          </c:dPt>
          <c:dPt>
            <c:idx val="5"/>
            <c:bubble3D val="0"/>
            <c:spPr>
              <a:solidFill>
                <a:srgbClr val="FFFF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B-4BE7-4430-918B-9C43EE402BBA}"/>
              </c:ext>
            </c:extLst>
          </c:dPt>
          <c:dPt>
            <c:idx val="6"/>
            <c:bubble3D val="0"/>
            <c:spPr>
              <a:solidFill>
                <a:srgbClr val="FFC0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D-4BE7-4430-918B-9C43EE402BBA}"/>
              </c:ext>
            </c:extLst>
          </c:dPt>
          <c:dLbls>
            <c:dLbl>
              <c:idx val="4"/>
              <c:layout>
                <c:manualLayout>
                  <c:x val="8.3783245844269411E-2"/>
                  <c:y val="-0.11024132400116661"/>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4BE7-4430-918B-9C43EE402BBA}"/>
                </c:ext>
              </c:extLst>
            </c:dLbl>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BE"/>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Sheet1!$A$1:$A$7</c:f>
              <c:strCache>
                <c:ptCount val="7"/>
                <c:pt idx="0">
                  <c:v>UI</c:v>
                </c:pt>
                <c:pt idx="1">
                  <c:v>Api</c:v>
                </c:pt>
                <c:pt idx="2">
                  <c:v>Unity</c:v>
                </c:pt>
                <c:pt idx="3">
                  <c:v>AI</c:v>
                </c:pt>
                <c:pt idx="4">
                  <c:v>Documentation</c:v>
                </c:pt>
                <c:pt idx="5">
                  <c:v>Database</c:v>
                </c:pt>
                <c:pt idx="6">
                  <c:v>Connectivity</c:v>
                </c:pt>
              </c:strCache>
            </c:strRef>
          </c:cat>
          <c:val>
            <c:numRef>
              <c:f>Sheet1!$F$1:$F$7</c:f>
              <c:numCache>
                <c:formatCode>General</c:formatCode>
                <c:ptCount val="7"/>
                <c:pt idx="0">
                  <c:v>10</c:v>
                </c:pt>
                <c:pt idx="1">
                  <c:v>24</c:v>
                </c:pt>
                <c:pt idx="2">
                  <c:v>14</c:v>
                </c:pt>
                <c:pt idx="3">
                  <c:v>14</c:v>
                </c:pt>
                <c:pt idx="4">
                  <c:v>3</c:v>
                </c:pt>
                <c:pt idx="5">
                  <c:v>7</c:v>
                </c:pt>
                <c:pt idx="6">
                  <c:v>28</c:v>
                </c:pt>
              </c:numCache>
            </c:numRef>
          </c:val>
          <c:extLst>
            <c:ext xmlns:c16="http://schemas.microsoft.com/office/drawing/2014/chart" uri="{C3380CC4-5D6E-409C-BE32-E72D297353CC}">
              <c16:uniqueId val="{0000000E-4BE7-4430-918B-9C43EE402BBA}"/>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76852941418554799"/>
          <c:y val="0.26854406096701583"/>
          <c:w val="0.22610997235203814"/>
          <c:h val="0.66801000274325284"/>
        </c:manualLayout>
      </c:layout>
      <c:overlay val="0"/>
      <c:spPr>
        <a:noFill/>
        <a:ln>
          <a:noFill/>
        </a:ln>
        <a:effectLst/>
      </c:spPr>
      <c:txPr>
        <a:bodyPr rot="0" spcFirstLastPara="1" vertOverflow="ellipsis" vert="horz" wrap="square" anchor="ctr" anchorCtr="1"/>
        <a:lstStyle/>
        <a:p>
          <a:pPr>
            <a:lnSpc>
              <a:spcPct val="100000"/>
            </a:lnSpc>
            <a:defRPr sz="2400" b="0" i="0" u="none" strike="noStrike" kern="1200" baseline="0">
              <a:solidFill>
                <a:schemeClr val="tx1"/>
              </a:solidFill>
              <a:latin typeface="+mn-lt"/>
              <a:ea typeface="+mn-ea"/>
              <a:cs typeface="+mn-cs"/>
            </a:defRPr>
          </a:pPr>
          <a:endParaRPr lang="en-B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FFFFFF"/>
    </a:solidFill>
    <a:ln>
      <a:noFill/>
    </a:ln>
    <a:effectLst/>
  </c:spPr>
  <c:txPr>
    <a:bodyPr/>
    <a:lstStyle/>
    <a:p>
      <a:pPr>
        <a:defRPr>
          <a:solidFill>
            <a:schemeClr val="tx1"/>
          </a:solidFill>
        </a:defRPr>
      </a:pPr>
      <a:endParaRPr lang="en-B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49550E8D-2687-4B55-AC6F-1FBD87CF06BB}"/>
              </a:ext>
            </a:extLst>
          </p:cNvPr>
          <p:cNvSpPr>
            <a:spLocks noGrp="1"/>
          </p:cNvSpPr>
          <p:nvPr>
            <p:ph type="hdr" sz="quarter"/>
          </p:nvPr>
        </p:nvSpPr>
        <p:spPr>
          <a:xfrm>
            <a:off x="1505588" y="108502"/>
            <a:ext cx="5539587" cy="216755"/>
          </a:xfrm>
          <a:prstGeom prst="rect">
            <a:avLst/>
          </a:prstGeom>
        </p:spPr>
        <p:txBody>
          <a:bodyPr vert="horz" lIns="91440" tIns="45720" rIns="91440" bIns="45720" rtlCol="0"/>
          <a:lstStyle>
            <a:lvl1pPr algn="l">
              <a:defRPr sz="1200"/>
            </a:lvl1pPr>
          </a:lstStyle>
          <a:p>
            <a:endParaRPr lang="nl-BE" dirty="0"/>
          </a:p>
        </p:txBody>
      </p:sp>
      <p:sp>
        <p:nvSpPr>
          <p:cNvPr id="3" name="Tijdelijke aanduiding voor datum 2">
            <a:extLst>
              <a:ext uri="{FF2B5EF4-FFF2-40B4-BE49-F238E27FC236}">
                <a16:creationId xmlns:a16="http://schemas.microsoft.com/office/drawing/2014/main" id="{62C4A80C-7EC9-478E-BFC2-BEAEB6355605}"/>
              </a:ext>
            </a:extLst>
          </p:cNvPr>
          <p:cNvSpPr>
            <a:spLocks noGrp="1"/>
          </p:cNvSpPr>
          <p:nvPr>
            <p:ph type="dt" sz="quarter" idx="1"/>
          </p:nvPr>
        </p:nvSpPr>
        <p:spPr>
          <a:xfrm>
            <a:off x="4633297" y="108502"/>
            <a:ext cx="3962400" cy="216755"/>
          </a:xfrm>
          <a:prstGeom prst="rect">
            <a:avLst/>
          </a:prstGeom>
        </p:spPr>
        <p:txBody>
          <a:bodyPr vert="horz" lIns="91440" tIns="45720" rIns="91440" bIns="45720" rtlCol="0"/>
          <a:lstStyle>
            <a:lvl1pPr algn="r">
              <a:defRPr sz="1200"/>
            </a:lvl1pPr>
          </a:lstStyle>
          <a:p>
            <a:fld id="{B851D6B0-C309-4360-AADA-E0100A701C51}" type="datetimeFigureOut">
              <a:rPr lang="nl-BE" smtClean="0"/>
              <a:t>6/11/2024</a:t>
            </a:fld>
            <a:endParaRPr lang="nl-BE"/>
          </a:p>
        </p:txBody>
      </p:sp>
      <p:sp>
        <p:nvSpPr>
          <p:cNvPr id="4" name="Tijdelijke aanduiding voor voettekst 3">
            <a:extLst>
              <a:ext uri="{FF2B5EF4-FFF2-40B4-BE49-F238E27FC236}">
                <a16:creationId xmlns:a16="http://schemas.microsoft.com/office/drawing/2014/main" id="{EEAA731C-3B25-44FC-ABC1-2A77BCFD587A}"/>
              </a:ext>
            </a:extLst>
          </p:cNvPr>
          <p:cNvSpPr>
            <a:spLocks noGrp="1"/>
          </p:cNvSpPr>
          <p:nvPr>
            <p:ph type="ftr" sz="quarter" idx="2"/>
          </p:nvPr>
        </p:nvSpPr>
        <p:spPr>
          <a:xfrm>
            <a:off x="523045" y="6218916"/>
            <a:ext cx="7043767" cy="216755"/>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509BC4C9-5927-4A4C-9D62-F4FCB8CB3205}"/>
              </a:ext>
            </a:extLst>
          </p:cNvPr>
          <p:cNvSpPr>
            <a:spLocks noGrp="1"/>
          </p:cNvSpPr>
          <p:nvPr>
            <p:ph type="sldNum" sz="quarter" idx="3"/>
          </p:nvPr>
        </p:nvSpPr>
        <p:spPr>
          <a:xfrm>
            <a:off x="8049510" y="6237326"/>
            <a:ext cx="546187" cy="198345"/>
          </a:xfrm>
          <a:prstGeom prst="rect">
            <a:avLst/>
          </a:prstGeom>
        </p:spPr>
        <p:txBody>
          <a:bodyPr vert="horz" lIns="91440" tIns="45720" rIns="91440" bIns="45720" rtlCol="0" anchor="b"/>
          <a:lstStyle>
            <a:lvl1pPr algn="r">
              <a:defRPr sz="1200"/>
            </a:lvl1pPr>
          </a:lstStyle>
          <a:p>
            <a:fld id="{08C79EED-929D-483E-9007-D3F59A4C8C3F}" type="slidenum">
              <a:rPr lang="nl-BE" smtClean="0"/>
              <a:t>‹#›</a:t>
            </a:fld>
            <a:endParaRPr lang="nl-BE"/>
          </a:p>
        </p:txBody>
      </p:sp>
      <p:pic>
        <p:nvPicPr>
          <p:cNvPr id="7" name="Afbeelding 6">
            <a:extLst>
              <a:ext uri="{FF2B5EF4-FFF2-40B4-BE49-F238E27FC236}">
                <a16:creationId xmlns:a16="http://schemas.microsoft.com/office/drawing/2014/main" id="{41A637C1-C271-414F-B837-89650030AD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224" y="-12274"/>
            <a:ext cx="1022976" cy="524275"/>
          </a:xfrm>
          <a:prstGeom prst="rect">
            <a:avLst/>
          </a:prstGeom>
        </p:spPr>
      </p:pic>
      <p:cxnSp>
        <p:nvCxnSpPr>
          <p:cNvPr id="8" name="Rechte verbindingslijn 7">
            <a:extLst>
              <a:ext uri="{FF2B5EF4-FFF2-40B4-BE49-F238E27FC236}">
                <a16:creationId xmlns:a16="http://schemas.microsoft.com/office/drawing/2014/main" id="{2EAA0E41-0FD2-4F96-9F26-A36EB18A8771}"/>
              </a:ext>
            </a:extLst>
          </p:cNvPr>
          <p:cNvCxnSpPr>
            <a:cxnSpLocks/>
          </p:cNvCxnSpPr>
          <p:nvPr/>
        </p:nvCxnSpPr>
        <p:spPr>
          <a:xfrm>
            <a:off x="615157" y="478051"/>
            <a:ext cx="7887493"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70211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nl-BE" dirty="0"/>
          </a:p>
        </p:txBody>
      </p:sp>
      <p:sp>
        <p:nvSpPr>
          <p:cNvPr id="3" name="Tijdelijke aanduiding voor datum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01C07673-66AC-46B1-89BD-061114F0C338}" type="datetimeFigureOut">
              <a:rPr lang="nl-BE" smtClean="0"/>
              <a:t>6/11/2024</a:t>
            </a:fld>
            <a:endParaRPr lang="nl-BE"/>
          </a:p>
        </p:txBody>
      </p:sp>
      <p:sp>
        <p:nvSpPr>
          <p:cNvPr id="4" name="Tijdelijke aanduiding voor dia-afbeelding 3"/>
          <p:cNvSpPr>
            <a:spLocks noGrp="1" noRot="1" noChangeAspect="1"/>
          </p:cNvSpPr>
          <p:nvPr>
            <p:ph type="sldImg" idx="2"/>
          </p:nvPr>
        </p:nvSpPr>
        <p:spPr>
          <a:xfrm>
            <a:off x="615157" y="702310"/>
            <a:ext cx="3996267" cy="2247900"/>
          </a:xfrm>
          <a:prstGeom prst="rect">
            <a:avLst/>
          </a:prstGeom>
          <a:noFill/>
          <a:ln w="12700">
            <a:solidFill>
              <a:prstClr val="black"/>
            </a:solidFill>
          </a:ln>
        </p:spPr>
        <p:txBody>
          <a:bodyPr vert="horz" lIns="91440" tIns="45720" rIns="91440" bIns="45720" rtlCol="0" anchor="ctr"/>
          <a:lstStyle/>
          <a:p>
            <a:endParaRPr lang="nl-BE"/>
          </a:p>
        </p:txBody>
      </p:sp>
      <p:sp>
        <p:nvSpPr>
          <p:cNvPr id="6" name="Tijdelijke aanduiding voor voettekst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C23E295-A1A5-4488-BC09-D942F81F4A15}" type="slidenum">
              <a:rPr lang="nl-BE" smtClean="0"/>
              <a:t>‹#›</a:t>
            </a:fld>
            <a:endParaRPr lang="nl-BE"/>
          </a:p>
        </p:txBody>
      </p:sp>
      <p:sp>
        <p:nvSpPr>
          <p:cNvPr id="8" name="Tijdelijke aanduiding voor datum 2">
            <a:extLst>
              <a:ext uri="{FF2B5EF4-FFF2-40B4-BE49-F238E27FC236}">
                <a16:creationId xmlns:a16="http://schemas.microsoft.com/office/drawing/2014/main" id="{944846E0-E852-40C1-B969-83476F3B76F7}"/>
              </a:ext>
            </a:extLst>
          </p:cNvPr>
          <p:cNvSpPr txBox="1">
            <a:spLocks/>
          </p:cNvSpPr>
          <p:nvPr/>
        </p:nvSpPr>
        <p:spPr>
          <a:xfrm>
            <a:off x="4633297" y="108502"/>
            <a:ext cx="3962400" cy="216755"/>
          </a:xfrm>
          <a:prstGeom prst="rect">
            <a:avLst/>
          </a:prstGeom>
        </p:spPr>
        <p:txBody>
          <a:bodyPr vert="horz" lIns="91440" tIns="45720" rIns="91440" bIns="45720" rtlCol="0"/>
          <a:lstStyle>
            <a:defPPr>
              <a:defRPr lang="en-US"/>
            </a:defPPr>
            <a:lvl1pPr marL="0" algn="r"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851D6B0-C309-4360-AADA-E0100A701C51}" type="datetimeFigureOut">
              <a:rPr lang="nl-BE" smtClean="0"/>
              <a:pPr/>
              <a:t>6/11/2024</a:t>
            </a:fld>
            <a:endParaRPr lang="nl-BE"/>
          </a:p>
        </p:txBody>
      </p:sp>
      <p:pic>
        <p:nvPicPr>
          <p:cNvPr id="10" name="Afbeelding 9">
            <a:extLst>
              <a:ext uri="{FF2B5EF4-FFF2-40B4-BE49-F238E27FC236}">
                <a16:creationId xmlns:a16="http://schemas.microsoft.com/office/drawing/2014/main" id="{CABF7A55-6C0F-4E87-AFC0-BB240FFF97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224" y="-12274"/>
            <a:ext cx="1022976" cy="524275"/>
          </a:xfrm>
          <a:prstGeom prst="rect">
            <a:avLst/>
          </a:prstGeom>
        </p:spPr>
      </p:pic>
      <p:cxnSp>
        <p:nvCxnSpPr>
          <p:cNvPr id="11" name="Rechte verbindingslijn 10">
            <a:extLst>
              <a:ext uri="{FF2B5EF4-FFF2-40B4-BE49-F238E27FC236}">
                <a16:creationId xmlns:a16="http://schemas.microsoft.com/office/drawing/2014/main" id="{0778B21D-7FB4-4703-A374-CC34AE860216}"/>
              </a:ext>
            </a:extLst>
          </p:cNvPr>
          <p:cNvCxnSpPr>
            <a:cxnSpLocks/>
          </p:cNvCxnSpPr>
          <p:nvPr/>
        </p:nvCxnSpPr>
        <p:spPr>
          <a:xfrm>
            <a:off x="615157" y="478051"/>
            <a:ext cx="7887493"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ijdelijke aanduiding voor notities 4">
            <a:extLst>
              <a:ext uri="{FF2B5EF4-FFF2-40B4-BE49-F238E27FC236}">
                <a16:creationId xmlns:a16="http://schemas.microsoft.com/office/drawing/2014/main" id="{CC94D0D5-1E80-4534-99C4-6E80E3027CAD}"/>
              </a:ext>
            </a:extLst>
          </p:cNvPr>
          <p:cNvSpPr>
            <a:spLocks noGrp="1"/>
          </p:cNvSpPr>
          <p:nvPr>
            <p:ph type="body" sz="quarter" idx="3"/>
          </p:nvPr>
        </p:nvSpPr>
        <p:spPr>
          <a:xfrm>
            <a:off x="615156" y="3043270"/>
            <a:ext cx="8281193" cy="3283879"/>
          </a:xfrm>
          <a:prstGeom prst="rect">
            <a:avLst/>
          </a:prstGeom>
        </p:spPr>
        <p:txBody>
          <a:bodyPr vert="horz" lIns="91440" tIns="45720" rIns="91440" bIns="45720" rtlCol="0"/>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Tree>
    <p:extLst>
      <p:ext uri="{BB962C8B-B14F-4D97-AF65-F5344CB8AC3E}">
        <p14:creationId xmlns:p14="http://schemas.microsoft.com/office/powerpoint/2010/main" val="2423332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15950" y="701675"/>
            <a:ext cx="3995738" cy="2247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23E295-A1A5-4488-BC09-D942F81F4A15}" type="slidenum">
              <a:rPr lang="nl-BE" smtClean="0"/>
              <a:t>14</a:t>
            </a:fld>
            <a:endParaRPr lang="nl-BE"/>
          </a:p>
        </p:txBody>
      </p:sp>
    </p:spTree>
    <p:extLst>
      <p:ext uri="{BB962C8B-B14F-4D97-AF65-F5344CB8AC3E}">
        <p14:creationId xmlns:p14="http://schemas.microsoft.com/office/powerpoint/2010/main" val="3979624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C6F23-3298-9267-550D-38E1F95DE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3F0C2-A49B-1F73-70AD-C00EFC70B181}"/>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D0C420E3-5773-072D-01B7-6CF501EF63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9823D0-BFF8-8D27-008A-0E332C04427F}"/>
              </a:ext>
            </a:extLst>
          </p:cNvPr>
          <p:cNvSpPr>
            <a:spLocks noGrp="1"/>
          </p:cNvSpPr>
          <p:nvPr>
            <p:ph type="sldNum" sz="quarter" idx="5"/>
          </p:nvPr>
        </p:nvSpPr>
        <p:spPr/>
        <p:txBody>
          <a:bodyPr/>
          <a:lstStyle/>
          <a:p>
            <a:fld id="{6C23E295-A1A5-4488-BC09-D942F81F4A15}" type="slidenum">
              <a:rPr lang="nl-BE" smtClean="0"/>
              <a:t>15</a:t>
            </a:fld>
            <a:endParaRPr lang="nl-BE"/>
          </a:p>
        </p:txBody>
      </p:sp>
    </p:spTree>
    <p:extLst>
      <p:ext uri="{BB962C8B-B14F-4D97-AF65-F5344CB8AC3E}">
        <p14:creationId xmlns:p14="http://schemas.microsoft.com/office/powerpoint/2010/main" val="25070487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1.xml"/><Relationship Id="rId6" Type="http://schemas.openxmlformats.org/officeDocument/2006/relationships/image" Target="../media/image5.JPG"/><Relationship Id="rId11" Type="http://schemas.openxmlformats.org/officeDocument/2006/relationships/image" Target="../media/image8.jp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udenthowest.sharepoint.com/sites/staff/COMM/SitePages/Huisstijl.aspx"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2.xml"/><Relationship Id="rId6" Type="http://schemas.openxmlformats.org/officeDocument/2006/relationships/image" Target="../media/image5.JPG"/><Relationship Id="rId11" Type="http://schemas.openxmlformats.org/officeDocument/2006/relationships/image" Target="../media/image8.jp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art.howest.be/StrategieCommunicatie/Communicatie" TargetMode="Externa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3.xml"/><Relationship Id="rId6" Type="http://schemas.openxmlformats.org/officeDocument/2006/relationships/image" Target="../media/image5.JPG"/><Relationship Id="rId11" Type="http://schemas.openxmlformats.org/officeDocument/2006/relationships/image" Target="../media/image8.jp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art.howest.be/StrategieCommunicatie/Communicatie" TargetMode="Externa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2.0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hlinkClick r:id="rId9"/>
              </a:rPr>
              <a:t>https://studenthowest.sharepoint.com/sites/staff/COMM/SitePages/Huisstijl.aspx</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4" name="Afbeelding 3">
            <a:extLst>
              <a:ext uri="{FF2B5EF4-FFF2-40B4-BE49-F238E27FC236}">
                <a16:creationId xmlns:a16="http://schemas.microsoft.com/office/drawing/2014/main" id="{5B39836E-004F-43A1-BAE3-C85C57A18D2C}"/>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t="4581"/>
          <a:stretch/>
        </p:blipFill>
        <p:spPr>
          <a:xfrm>
            <a:off x="1068067" y="4531519"/>
            <a:ext cx="5267788" cy="4623295"/>
          </a:xfrm>
          <a:prstGeom prst="rect">
            <a:avLst/>
          </a:prstGeom>
        </p:spPr>
      </p:pic>
    </p:spTree>
    <p:extLst>
      <p:ext uri="{BB962C8B-B14F-4D97-AF65-F5344CB8AC3E}">
        <p14:creationId xmlns:p14="http://schemas.microsoft.com/office/powerpoint/2010/main" val="1007362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78514"/>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nl-BE" noProof="0" dirty="0"/>
            </a:br>
            <a:br>
              <a:rPr lang="nl-BE" noProof="0" dirty="0"/>
            </a:br>
            <a:r>
              <a:rPr lang="nl-BE" noProof="0" dirty="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Ondertitel tekst</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350" y="365592"/>
            <a:ext cx="7567613" cy="3878402"/>
          </a:xfrm>
          <a:prstGeom prst="rect">
            <a:avLst/>
          </a:prstGeom>
        </p:spPr>
      </p:pic>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746299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nl-BE"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Klikken om de ondertitelstijl </a:t>
            </a:r>
          </a:p>
          <a:p>
            <a:r>
              <a:rPr lang="nl-BE" noProof="0"/>
              <a:t>van het model </a:t>
            </a:r>
          </a:p>
          <a:p>
            <a:r>
              <a:rPr lang="nl-BE" noProof="0"/>
              <a:t>te bewerken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6711901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nl-BE" noProof="0"/>
              <a:t>“Klik om quote </a:t>
            </a:r>
            <a:br>
              <a:rPr lang="nl-BE" noProof="0"/>
            </a:br>
            <a:r>
              <a:rPr lang="nl-BE"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 om de Naam en Voornaam in te voegen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7569186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nl-BE"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Agendapunt 1</a:t>
            </a:r>
          </a:p>
          <a:p>
            <a:r>
              <a:rPr lang="nl-BE" noProof="0"/>
              <a:t>Agendapunt 2</a:t>
            </a:r>
          </a:p>
          <a:p>
            <a:r>
              <a:rPr lang="nl-BE" noProof="0"/>
              <a:t>Agendapunt 3</a:t>
            </a:r>
          </a:p>
          <a:p>
            <a:r>
              <a:rPr lang="nl-BE" noProof="0"/>
              <a:t>Agendapunt 4</a:t>
            </a:r>
          </a:p>
          <a:p>
            <a:r>
              <a:rPr lang="nl-BE" noProof="0"/>
              <a:t>Agendapunt 5</a:t>
            </a:r>
          </a:p>
          <a:p>
            <a:r>
              <a:rPr lang="nl-BE" noProof="0"/>
              <a:t>Agendapunt 6</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3789761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49720300-64FC-4FDF-A2A5-59CA95955096}" type="datetime1">
              <a:rPr lang="en-US" noProof="0" smtClean="0"/>
              <a:t>11/6/2024</a:t>
            </a:fld>
            <a:endParaRPr lang="nl-BE" noProof="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noProof="0"/>
              <a:t>AI Applied maths - Introduction to the course</a:t>
            </a:r>
            <a:endParaRPr lang="nl-BE" noProof="0"/>
          </a:p>
        </p:txBody>
      </p:sp>
      <p:sp>
        <p:nvSpPr>
          <p:cNvPr id="6" name="Slide Number Placeholder 5"/>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noProof="0" smtClean="0"/>
              <a:pPr/>
              <a:t>‹#›</a:t>
            </a:fld>
            <a:endParaRPr lang="nl-BE" noProof="0"/>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015177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90A3E81-D504-487D-AF03-819239CC2C0A}" type="datetime1">
              <a:rPr lang="en-US" noProof="0" smtClean="0"/>
              <a:t>11/6/2024</a:t>
            </a:fld>
            <a:endParaRPr lang="nl-BE" noProof="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noProof="0"/>
              <a:t>AI Applied maths - Introduction to the course</a:t>
            </a:r>
            <a:endParaRPr lang="nl-BE" noProof="0"/>
          </a:p>
        </p:txBody>
      </p:sp>
      <p:sp>
        <p:nvSpPr>
          <p:cNvPr id="6" name="Slide Number Placeholder 5"/>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Tree>
    <p:extLst>
      <p:ext uri="{BB962C8B-B14F-4D97-AF65-F5344CB8AC3E}">
        <p14:creationId xmlns:p14="http://schemas.microsoft.com/office/powerpoint/2010/main" val="1613752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EEB9FFE0-59FF-4E33-9CF1-FBB947891542}" type="datetime1">
              <a:rPr lang="en-US" smtClean="0"/>
              <a:t>11/6/2024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7028344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41BA17A-667C-4D93-9EEB-CE8CDA12C775}" type="datetime1">
              <a:rPr lang="en-US" smtClean="0"/>
              <a:t>11/6/2024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nl-BE"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17018830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128AA3D-AAC1-445D-BF00-34BE9318455F}" type="datetime1">
              <a:rPr lang="en-US" smtClean="0"/>
              <a:t>11/6/2024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141238711"/>
      </p:ext>
    </p:extLst>
  </p:cSld>
  <p:clrMapOvr>
    <a:masterClrMapping/>
  </p:clrMapOvr>
  <p:extLst>
    <p:ext uri="{DCECCB84-F9BA-43D5-87BE-67443E8EF086}">
      <p15:sldGuideLst xmlns:p15="http://schemas.microsoft.com/office/powerpoint/2012/main">
        <p15:guide id="4" pos="1109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A7F3E6C-1FA8-4436-B106-74EF80D4CB7F}" type="datetime1">
              <a:rPr lang="en-US" smtClean="0"/>
              <a:t>11/6/2024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915514383"/>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BD3179D-58B1-412C-8CF3-7F545738F87E}" type="datetime1">
              <a:rPr lang="en-US" smtClean="0"/>
              <a:t>11/6/2024</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2163273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4B97197-FFCB-4B16-835A-2E5828717164}"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72371907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1" name="balk onderaan">
            <a:extLst>
              <a:ext uri="{FF2B5EF4-FFF2-40B4-BE49-F238E27FC236}">
                <a16:creationId xmlns:a16="http://schemas.microsoft.com/office/drawing/2014/main" id="{38804C87-12C0-421E-90B2-DF14E0302FE7}"/>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77F542A-B82F-4E83-93DC-863E9FDE82F7}"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796737148"/>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1" name="balk onderaan">
            <a:extLst>
              <a:ext uri="{FF2B5EF4-FFF2-40B4-BE49-F238E27FC236}">
                <a16:creationId xmlns:a16="http://schemas.microsoft.com/office/drawing/2014/main" id="{38804C87-12C0-421E-90B2-DF14E0302FE7}"/>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406F617-AD80-4738-B25F-A7D3E15B75F3}"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Tree>
    <p:extLst>
      <p:ext uri="{BB962C8B-B14F-4D97-AF65-F5344CB8AC3E}">
        <p14:creationId xmlns:p14="http://schemas.microsoft.com/office/powerpoint/2010/main" val="205112904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9029510-9E10-4B25-9FB6-88A9124ED319}"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754770187"/>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E6B3870-FE77-4DBA-8794-2BD2375BCBBF}"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868049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6A9BE76-1D90-489D-803B-8C3CE8B995EE}"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82811451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2D5572F-3657-4F3F-9A5C-301345760D87}"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3554308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248EC58-3C6A-408E-BF2C-227E9FD80B06}"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217915519"/>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47EBE1C-EF0C-4E9A-9653-E90EA15E080B}" type="datetime1">
              <a:rPr lang="en-US" smtClean="0"/>
              <a:t>11/6/2024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94656123"/>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41739908-FECA-4FE2-AD74-D0CA913861BF}" type="datetime1">
              <a:rPr lang="en-US" smtClean="0"/>
              <a:t>11/6/2024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80323051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E93C465A-EC76-414B-9AD8-6A6333FC2869}" type="datetime1">
              <a:rPr lang="en-US" smtClean="0"/>
              <a:t>11/6/2024</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51920761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8EF92A3-2E01-4870-AD04-3328FB554419}" type="datetime1">
              <a:rPr lang="en-US" smtClean="0"/>
              <a:t>11/6/2024</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77979155"/>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F8F9C85E-C406-457F-91F3-E2C7AB2700D0}" type="datetime1">
              <a:rPr lang="en-US" smtClean="0"/>
              <a:t>11/6/2024</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76262081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65868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1.0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latin typeface="+mn-lt"/>
                <a:cs typeface="Arial" panose="020B0604020202020204" pitchFamily="34" charset="0"/>
                <a:hlinkClick r:id="rId9"/>
              </a:rPr>
              <a:t>https://start.howest.be/StrategieCommunicatie/Communicatie</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115" name="Afbeelding 114">
            <a:extLst>
              <a:ext uri="{FF2B5EF4-FFF2-40B4-BE49-F238E27FC236}">
                <a16:creationId xmlns:a16="http://schemas.microsoft.com/office/drawing/2014/main" id="{CB240C3F-0CBE-43DA-B915-ADD14E9397EB}"/>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t="4581"/>
          <a:stretch/>
        </p:blipFill>
        <p:spPr>
          <a:xfrm>
            <a:off x="1068067" y="4531519"/>
            <a:ext cx="5267788" cy="4623295"/>
          </a:xfrm>
          <a:prstGeom prst="rect">
            <a:avLst/>
          </a:prstGeom>
        </p:spPr>
      </p:pic>
    </p:spTree>
    <p:extLst>
      <p:ext uri="{BB962C8B-B14F-4D97-AF65-F5344CB8AC3E}">
        <p14:creationId xmlns:p14="http://schemas.microsoft.com/office/powerpoint/2010/main" val="10727203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65262"/>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en-GB" noProof="0"/>
            </a:br>
            <a:br>
              <a:rPr lang="en-GB" noProof="0"/>
            </a:br>
            <a:r>
              <a:rPr lang="en-GB" noProof="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Ondertitel tekst</a:t>
            </a:r>
          </a:p>
        </p:txBody>
      </p:sp>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pic>
        <p:nvPicPr>
          <p:cNvPr id="12" name="Graphic 11">
            <a:extLst>
              <a:ext uri="{FF2B5EF4-FFF2-40B4-BE49-F238E27FC236}">
                <a16:creationId xmlns:a16="http://schemas.microsoft.com/office/drawing/2014/main" id="{CAD32F27-0931-4A36-A228-C5DD842F358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1" y="357904"/>
            <a:ext cx="7601331" cy="3895344"/>
          </a:xfrm>
          <a:prstGeom prst="rect">
            <a:avLst/>
          </a:prstGeom>
        </p:spPr>
      </p:pic>
    </p:spTree>
    <p:extLst>
      <p:ext uri="{BB962C8B-B14F-4D97-AF65-F5344CB8AC3E}">
        <p14:creationId xmlns:p14="http://schemas.microsoft.com/office/powerpoint/2010/main" val="354345904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en-GB"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Klikken om de ondertitelstijl </a:t>
            </a:r>
          </a:p>
          <a:p>
            <a:r>
              <a:rPr lang="en-GB" noProof="0"/>
              <a:t>van het model </a:t>
            </a:r>
          </a:p>
          <a:p>
            <a:r>
              <a:rPr lang="en-GB" noProof="0"/>
              <a:t>te bewerken</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F7EE5D66-D7E4-4BDC-948E-FA0C01C6A52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32904365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en-GB" noProof="0"/>
              <a:t>“Klik om quote </a:t>
            </a:r>
            <a:br>
              <a:rPr lang="en-GB" noProof="0"/>
            </a:br>
            <a:r>
              <a:rPr lang="en-GB"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Klik om de Naam en Voornaam in te voegen</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30A4158E-317F-4A86-B1B9-6DBC4007AC4B}"/>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283708918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en-GB"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Agendapunt 1</a:t>
            </a:r>
          </a:p>
          <a:p>
            <a:r>
              <a:rPr lang="en-GB" noProof="0"/>
              <a:t>Agendapunt 2</a:t>
            </a:r>
          </a:p>
          <a:p>
            <a:r>
              <a:rPr lang="en-GB" noProof="0"/>
              <a:t>Agendapunt 3</a:t>
            </a:r>
          </a:p>
          <a:p>
            <a:r>
              <a:rPr lang="en-GB" noProof="0"/>
              <a:t>Agendapunt 4</a:t>
            </a:r>
          </a:p>
          <a:p>
            <a:r>
              <a:rPr lang="en-GB" noProof="0"/>
              <a:t>Agendapunt 5</a:t>
            </a:r>
          </a:p>
          <a:p>
            <a:r>
              <a:rPr lang="en-GB" noProof="0"/>
              <a:t>Agendapunt 6</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9B1B0592-CA51-4965-AEB9-DEFB73DA845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109740920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BB152F7-B62B-4B05-8621-F14388A73947}" type="datetime1">
              <a:rPr lang="en-US" smtClean="0"/>
              <a:t>11/6/2024</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6" name="Slide Number Placeholder 5"/>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2017041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4E84467-467C-4DBA-A9F6-A4B59E674B2C}" type="datetime1">
              <a:rPr lang="en-US" smtClean="0"/>
              <a:t>11/6/2024</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6" name="Slide Number Placeholder 5"/>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Tree>
    <p:extLst>
      <p:ext uri="{BB962C8B-B14F-4D97-AF65-F5344CB8AC3E}">
        <p14:creationId xmlns:p14="http://schemas.microsoft.com/office/powerpoint/2010/main" val="7884447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41673CC-C382-4A24-B66C-CA49DD795765}" type="datetime1">
              <a:rPr lang="en-US" smtClean="0"/>
              <a:t>11/6/2024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22226488"/>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4AE26A2-BB15-47BB-B9BA-2EA6D471591B}" type="datetime1">
              <a:rPr lang="en-US" smtClean="0"/>
              <a:t>11/6/2024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en-GB"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0901551"/>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B5AC47E-C401-4DF5-AF15-4C7F99E804C2}" type="datetime1">
              <a:rPr lang="en-US" smtClean="0"/>
              <a:t>11/6/2024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142238196"/>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4EC3A80-7B41-4C70-B3D2-389FE11F1A4F}" type="datetime1">
              <a:rPr lang="en-US" smtClean="0"/>
              <a:t>11/6/2024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863784025"/>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8CB7556-562F-42BC-9754-9366D2D485FA}" type="datetime1">
              <a:rPr lang="en-US" smtClean="0"/>
              <a:t>11/6/2024</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30449799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90F2DEA-4A67-4D6E-B974-28D39E7AFAE9}"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929578281"/>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4D399FD-B1A0-4138-9CFD-D2E29FDE6D67}"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594986153"/>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C63BE49-DF2F-4B26-970E-A1C1E963CD6F}"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Tree>
    <p:extLst>
      <p:ext uri="{BB962C8B-B14F-4D97-AF65-F5344CB8AC3E}">
        <p14:creationId xmlns:p14="http://schemas.microsoft.com/office/powerpoint/2010/main" val="1723938962"/>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70E8B3A-810F-4E2A-AEC6-267E7BEC0019}"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33260486"/>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368A032-50AE-4924-991C-C411201B1C0F}"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803619452"/>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DA5AAF8-4A73-41E5-87BA-33904BA3F9F2}"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896772477"/>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D9C48DD-F70E-48FF-B518-C0A7A934D630}"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548749984"/>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BEFAC7F-5269-430B-9710-633BBF9B1F21}"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93989386"/>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B5A40F9-5149-4269-8461-C29B408EB9F0}" type="datetime1">
              <a:rPr lang="en-US" smtClean="0"/>
              <a:t>11/6/2024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373337553"/>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F7F45CC-F39E-4FDE-9F23-89D44B1120F2}" type="datetime1">
              <a:rPr lang="en-US" smtClean="0"/>
              <a:t>11/6/2024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160713780"/>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480FF68-B993-448A-9E2E-51A2044332C2}" type="datetime1">
              <a:rPr lang="en-US" smtClean="0"/>
              <a:t>11/6/2024</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685532684"/>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NL" dirty="0"/>
              <a:t>Titel</a:t>
            </a:r>
            <a:endParaRPr lang="nl-BE" dirty="0"/>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96B27BC-5CE1-464F-BBFC-535A436349E3}" type="datetime1">
              <a:rPr lang="en-US" smtClean="0"/>
              <a:t>11/6/2024</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103895135"/>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5A71049-980B-479B-9292-9D629336ECBA}" type="datetime1">
              <a:rPr lang="en-US" smtClean="0"/>
              <a:t>11/6/2024</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283348632"/>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41264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1.0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latin typeface="+mn-lt"/>
                <a:cs typeface="Arial" panose="020B0604020202020204" pitchFamily="34" charset="0"/>
                <a:hlinkClick r:id="rId9"/>
              </a:rPr>
              <a:t>https://start.howest.be/StrategieCommunicatie/Communicatie</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115" name="Afbeelding 114">
            <a:extLst>
              <a:ext uri="{FF2B5EF4-FFF2-40B4-BE49-F238E27FC236}">
                <a16:creationId xmlns:a16="http://schemas.microsoft.com/office/drawing/2014/main" id="{5574E764-4DF0-401B-8634-39C5C89BB7CE}"/>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t="4581"/>
          <a:stretch/>
        </p:blipFill>
        <p:spPr>
          <a:xfrm>
            <a:off x="1068067" y="4531519"/>
            <a:ext cx="5267788" cy="4623295"/>
          </a:xfrm>
          <a:prstGeom prst="rect">
            <a:avLst/>
          </a:prstGeom>
        </p:spPr>
      </p:pic>
    </p:spTree>
    <p:extLst>
      <p:ext uri="{BB962C8B-B14F-4D97-AF65-F5344CB8AC3E}">
        <p14:creationId xmlns:p14="http://schemas.microsoft.com/office/powerpoint/2010/main" val="18372444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nl-BE"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Klikken om de ondertitelstijl </a:t>
            </a:r>
          </a:p>
          <a:p>
            <a:r>
              <a:rPr lang="nl-BE" noProof="0"/>
              <a:t>van het model </a:t>
            </a:r>
          </a:p>
          <a:p>
            <a:r>
              <a:rPr lang="nl-BE" noProof="0"/>
              <a:t>te bewerken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852464918"/>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78514"/>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nl-BE" noProof="0"/>
            </a:br>
            <a:br>
              <a:rPr lang="nl-BE" noProof="0"/>
            </a:br>
            <a:r>
              <a:rPr lang="nl-BE" noProof="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Ondertitel tekst</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350" y="365592"/>
            <a:ext cx="7567613" cy="3878402"/>
          </a:xfrm>
          <a:prstGeom prst="rect">
            <a:avLst/>
          </a:prstGeom>
        </p:spPr>
      </p:pic>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40040869"/>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nl-BE" noProof="0"/>
              <a:t>“Klik om quote </a:t>
            </a:r>
            <a:br>
              <a:rPr lang="nl-BE" noProof="0"/>
            </a:br>
            <a:r>
              <a:rPr lang="nl-BE"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 om de Naam en Voornaam in te voegen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13591553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nl-BE"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Agendapunt 1</a:t>
            </a:r>
          </a:p>
          <a:p>
            <a:r>
              <a:rPr lang="nl-BE" noProof="0"/>
              <a:t>Agendapunt 2</a:t>
            </a:r>
          </a:p>
          <a:p>
            <a:r>
              <a:rPr lang="nl-BE" noProof="0"/>
              <a:t>Agendapunt 3</a:t>
            </a:r>
          </a:p>
          <a:p>
            <a:r>
              <a:rPr lang="nl-BE" noProof="0"/>
              <a:t>Agendapunt 4</a:t>
            </a:r>
          </a:p>
          <a:p>
            <a:r>
              <a:rPr lang="nl-BE" noProof="0"/>
              <a:t>Agendapunt 5</a:t>
            </a:r>
          </a:p>
          <a:p>
            <a:r>
              <a:rPr lang="nl-BE" noProof="0"/>
              <a:t>Agendapunt 6</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230274321"/>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6447152-B9BF-46CE-9E04-F7984268CC8D}" type="datetime1">
              <a:rPr lang="en-US" smtClean="0"/>
              <a:t>11/6/2024</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4E33BA09-67C0-408C-8B50-3F1EBDFBB6AD}"/>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228369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8D5EF28-3492-47D1-AF9D-B29698D75997}" type="datetime1">
              <a:rPr lang="en-US" smtClean="0"/>
              <a:t>11/6/2024</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
        <p:nvSpPr>
          <p:cNvPr id="17" name="Slide Number Placeholder 5">
            <a:extLst>
              <a:ext uri="{FF2B5EF4-FFF2-40B4-BE49-F238E27FC236}">
                <a16:creationId xmlns:a16="http://schemas.microsoft.com/office/drawing/2014/main" id="{535CD291-C318-4F7C-BE2D-0968FAAC202A}"/>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9189965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789BD71-4723-475F-8C03-26AABD915416}" type="datetime1">
              <a:rPr lang="en-US" smtClean="0"/>
              <a:t>11/6/2024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754E2B3E-4C74-4A6A-953D-C55A6E902B8C}"/>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709396467"/>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B1351D5-27B7-423D-8F01-AEC14CFEDD3E}" type="datetime1">
              <a:rPr lang="en-US" smtClean="0"/>
              <a:t>11/6/2024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nl-BE"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E298B6C7-E64D-451B-B8F5-BDD2AEEBAC0A}"/>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489056685"/>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F3EFFE73-4211-460C-94CD-5260CDAABD6A}" type="datetime1">
              <a:rPr lang="en-US" smtClean="0"/>
              <a:t>11/6/2024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
        <p:nvSpPr>
          <p:cNvPr id="10" name="Slide Number Placeholder 5">
            <a:extLst>
              <a:ext uri="{FF2B5EF4-FFF2-40B4-BE49-F238E27FC236}">
                <a16:creationId xmlns:a16="http://schemas.microsoft.com/office/drawing/2014/main" id="{E933CE10-84EB-48D5-9DBB-6D5D909491D9}"/>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363498780"/>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735374F2-1986-4242-A657-A3C0D0CA274F}" type="datetime1">
              <a:rPr lang="en-US" smtClean="0"/>
              <a:t>11/6/2024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
        <p:nvSpPr>
          <p:cNvPr id="8" name="Slide Number Placeholder 5">
            <a:extLst>
              <a:ext uri="{FF2B5EF4-FFF2-40B4-BE49-F238E27FC236}">
                <a16:creationId xmlns:a16="http://schemas.microsoft.com/office/drawing/2014/main" id="{A7541285-D923-49F0-9255-B49296C75D20}"/>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817097596"/>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8315E83-A5DC-49E5-BEAB-AA004764E640}" type="datetime1">
              <a:rPr lang="en-US" smtClean="0"/>
              <a:t>11/6/2024</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E4EA7E3C-8D96-4688-A34D-5E20B15746F3}"/>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035366188"/>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26DC1B5-81C7-4C59-8E8C-012A57B63F20}"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9B0C9453-241A-4033-BF7E-32861682715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677616355"/>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F23C23C4-8C67-4A3B-AF06-96D3C6B4B6E5}"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2D7ADE46-BC5E-4CF0-A652-DEEBD380AB6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845866888"/>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4473370-D33F-4580-9E77-0D68F948CC0D}"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
        <p:nvSpPr>
          <p:cNvPr id="13" name="Slide Number Placeholder 5">
            <a:extLst>
              <a:ext uri="{FF2B5EF4-FFF2-40B4-BE49-F238E27FC236}">
                <a16:creationId xmlns:a16="http://schemas.microsoft.com/office/drawing/2014/main" id="{11AD4B49-588B-4FA0-AB7E-1A35BB2C644B}"/>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605891243"/>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EE01433-7EEF-4024-88EE-CB2DC19F1607}"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A7D7A479-4D38-43A0-BAB1-00DE90D031CD}"/>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591389218"/>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NL"/>
              <a:t>Titel</a:t>
            </a:r>
            <a:endParaRPr lang="en-US" dirty="0"/>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E99CC0C-3257-4B8B-B3CB-FC614266FAB8}"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D71E88DA-619D-423F-AE47-6EC96B62FB4C}"/>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280927994"/>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55AB069-8D40-41C7-9C95-5EBC08464299}"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5" name="Slide Number Placeholder 5">
            <a:extLst>
              <a:ext uri="{FF2B5EF4-FFF2-40B4-BE49-F238E27FC236}">
                <a16:creationId xmlns:a16="http://schemas.microsoft.com/office/drawing/2014/main" id="{373E7580-50F0-4BA7-B9B0-F25DEFBE5C93}"/>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258748530"/>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1FADC31-DF19-4E82-B9A1-1709377CF91C}"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26" name="Slide Number Placeholder 5">
            <a:extLst>
              <a:ext uri="{FF2B5EF4-FFF2-40B4-BE49-F238E27FC236}">
                <a16:creationId xmlns:a16="http://schemas.microsoft.com/office/drawing/2014/main" id="{B322D117-B4F5-4509-AFFC-9390DA3CF0C5}"/>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888011576"/>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440578E3-E413-4EDA-919A-E711947C5525}" type="datetime1">
              <a:rPr lang="en-US" smtClean="0"/>
              <a:t>11/6/2024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28" name="Slide Number Placeholder 5">
            <a:extLst>
              <a:ext uri="{FF2B5EF4-FFF2-40B4-BE49-F238E27FC236}">
                <a16:creationId xmlns:a16="http://schemas.microsoft.com/office/drawing/2014/main" id="{C4CEE009-8E85-4C17-8940-2ECFA7416A87}"/>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3298399701"/>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902AF8F-BED1-496F-9592-5DAFC0AB6509}" type="datetime1">
              <a:rPr lang="en-US" smtClean="0"/>
              <a:t>11/6/2024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0B746D04-F8B5-4633-8AF7-A2B6C0815590}"/>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145390681"/>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CDC8FCE1-8277-4F98-941D-9725904A7544}" type="datetime1">
              <a:rPr lang="en-US" smtClean="0"/>
              <a:t>11/6/2024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BB1B3D76-87F5-4241-8BC7-B14883BF9BD9}"/>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29027203"/>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CA637D1B-2350-4E66-888C-D6455256F990}" type="datetime1">
              <a:rPr lang="en-US" smtClean="0"/>
              <a:t>11/6/2024</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7FE107D6-62B0-4C84-B71F-6083B8886F2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766994925"/>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6BFC5FE-F283-4942-B53A-F72EF2538FA5}" type="datetime1">
              <a:rPr lang="en-US" smtClean="0"/>
              <a:t>11/6/2024</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C622672D-881A-46AD-85C1-7DDEFA005E4F}"/>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375719772"/>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06B12BF-766E-4014-83A5-42CE40DCD2F1}" type="datetime1">
              <a:rPr lang="en-US" smtClean="0"/>
              <a:t>11/6/2024</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D298E6EB-9C9F-42C7-9A88-763E9F891878}"/>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641883746"/>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4762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image" Target="../media/image14.sv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image" Target="../media/image13.png"/><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29" Type="http://schemas.openxmlformats.org/officeDocument/2006/relationships/image" Target="../media/image14.svg"/><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image" Target="../media/image13.png"/><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6" name="balk onderaan">
            <a:extLst>
              <a:ext uri="{FF2B5EF4-FFF2-40B4-BE49-F238E27FC236}">
                <a16:creationId xmlns:a16="http://schemas.microsoft.com/office/drawing/2014/main" id="{FC71E187-E4DA-41C1-93D3-90841C153AB8}"/>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nl-BE"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50C8E215-5F44-451C-BA9C-4DA6C9B8BA97}" type="datetime1">
              <a:rPr lang="en-US" noProof="0" smtClean="0"/>
              <a:t>11/6/2024</a:t>
            </a:fld>
            <a:endParaRPr lang="nl-BE" noProof="0"/>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noProof="0"/>
              <a:t>AI Applied maths - Introduction to the course</a:t>
            </a:r>
            <a:endParaRPr lang="nl-BE" noProof="0"/>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noProof="0" smtClean="0"/>
              <a:t>‹#›</a:t>
            </a:fld>
            <a:endParaRPr lang="nl-BE" noProof="0"/>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Afbeelding 314">
            <a:extLst>
              <a:ext uri="{FF2B5EF4-FFF2-40B4-BE49-F238E27FC236}">
                <a16:creationId xmlns:a16="http://schemas.microsoft.com/office/drawing/2014/main" id="{3BF46849-40DA-4360-9135-DC7B3200D2D2}"/>
              </a:ext>
            </a:extLst>
          </p:cNvPr>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15988887" y="9145588"/>
            <a:ext cx="1841761" cy="943903"/>
          </a:xfrm>
          <a:prstGeom prst="rect">
            <a:avLst/>
          </a:prstGeom>
        </p:spPr>
      </p:pic>
    </p:spTree>
    <p:extLst>
      <p:ext uri="{BB962C8B-B14F-4D97-AF65-F5344CB8AC3E}">
        <p14:creationId xmlns:p14="http://schemas.microsoft.com/office/powerpoint/2010/main" val="2587856834"/>
      </p:ext>
    </p:extLst>
  </p:cSld>
  <p:clrMap bg1="lt1" tx1="dk1" bg2="lt2" tx2="dk2" accent1="accent1" accent2="accent2" accent3="accent3" accent4="accent4" accent5="accent5" accent6="accent6" hlink="hlink" folHlink="folHlink"/>
  <p:sldLayoutIdLst>
    <p:sldLayoutId id="2147483707" r:id="rId1"/>
    <p:sldLayoutId id="2147483673" r:id="rId2"/>
    <p:sldLayoutId id="2147483686" r:id="rId3"/>
    <p:sldLayoutId id="2147483708" r:id="rId4"/>
    <p:sldLayoutId id="2147483709" r:id="rId5"/>
    <p:sldLayoutId id="2147483684" r:id="rId6"/>
    <p:sldLayoutId id="2147483696" r:id="rId7"/>
    <p:sldLayoutId id="2147483688" r:id="rId8"/>
    <p:sldLayoutId id="2147483706" r:id="rId9"/>
    <p:sldLayoutId id="2147483697" r:id="rId10"/>
    <p:sldLayoutId id="2147483703" r:id="rId11"/>
    <p:sldLayoutId id="2147483687" r:id="rId12"/>
    <p:sldLayoutId id="2147483702" r:id="rId13"/>
    <p:sldLayoutId id="2147483693" r:id="rId14"/>
    <p:sldLayoutId id="2147483705" r:id="rId15"/>
    <p:sldLayoutId id="2147483698" r:id="rId16"/>
    <p:sldLayoutId id="2147483694" r:id="rId17"/>
    <p:sldLayoutId id="2147483699" r:id="rId18"/>
    <p:sldLayoutId id="2147483695" r:id="rId19"/>
    <p:sldLayoutId id="2147483700" r:id="rId20"/>
    <p:sldLayoutId id="2147483691" r:id="rId21"/>
    <p:sldLayoutId id="2147483704" r:id="rId22"/>
    <p:sldLayoutId id="2147483689" r:id="rId23"/>
    <p:sldLayoutId id="2147483692" r:id="rId24"/>
    <p:sldLayoutId id="2147483685" r:id="rId25"/>
    <p:sldLayoutId id="2147483764"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userDrawn="1">
          <p15:clr>
            <a:srgbClr val="5ACBF0"/>
          </p15:clr>
        </p15:guide>
        <p15:guide id="2" pos="11094" userDrawn="1">
          <p15:clr>
            <a:srgbClr val="5ACBF0"/>
          </p15:clr>
        </p15:guide>
        <p15:guide id="3" pos="5877" userDrawn="1">
          <p15:clr>
            <a:srgbClr val="5ACBF0"/>
          </p15:clr>
        </p15:guide>
        <p15:guide id="4" orient="horz" pos="1475" userDrawn="1">
          <p15:clr>
            <a:srgbClr val="5ACBF0"/>
          </p15:clr>
        </p15:guide>
        <p15:guide id="5" orient="horz" pos="5327" userDrawn="1">
          <p15:clr>
            <a:srgbClr val="5ACBF0"/>
          </p15:clr>
        </p15:guide>
        <p15:guide id="6" orient="horz" pos="5765" userDrawn="1">
          <p15:clr>
            <a:srgbClr val="5ACBF0"/>
          </p15:clr>
        </p15:guide>
        <p15:guide id="7" orient="horz" pos="1037" userDrawn="1">
          <p15:clr>
            <a:srgbClr val="5ACBF0"/>
          </p15:clr>
        </p15:guide>
        <p15:guide id="8" orient="horz" pos="3392"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6" name="balk onderaan">
            <a:extLst>
              <a:ext uri="{FF2B5EF4-FFF2-40B4-BE49-F238E27FC236}">
                <a16:creationId xmlns:a16="http://schemas.microsoft.com/office/drawing/2014/main" id="{FDF2FF41-9D14-4CCF-A57E-BD51DB27A649}"/>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GB"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DD5E9B05-860A-4510-8E32-7CD4C27F778B}" type="datetime1">
              <a:rPr lang="en-US" smtClean="0"/>
              <a:t>11/6/2024</a:t>
            </a:fld>
            <a:endParaRPr lang="nl-BE"/>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AI Applied maths - Introduction to the course</a:t>
            </a:r>
            <a:endParaRPr lang="nl-BE" dirty="0"/>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smtClean="0"/>
              <a:t>‹#›</a:t>
            </a:fld>
            <a:endParaRPr lang="nl-BE"/>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Graphic 314">
            <a:extLst>
              <a:ext uri="{FF2B5EF4-FFF2-40B4-BE49-F238E27FC236}">
                <a16:creationId xmlns:a16="http://schemas.microsoft.com/office/drawing/2014/main" id="{F02C931F-5CA2-4951-9406-1794839C7F32}"/>
              </a:ext>
            </a:extLst>
          </p:cNvPr>
          <p:cNvPicPr>
            <a:picLocks noChangeAspect="1"/>
          </p:cNvPicPr>
          <p:nvPr userDrawn="1"/>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5991268" y="9146698"/>
            <a:ext cx="1841920" cy="943902"/>
          </a:xfrm>
          <a:prstGeom prst="rect">
            <a:avLst/>
          </a:prstGeom>
        </p:spPr>
      </p:pic>
    </p:spTree>
    <p:extLst>
      <p:ext uri="{BB962C8B-B14F-4D97-AF65-F5344CB8AC3E}">
        <p14:creationId xmlns:p14="http://schemas.microsoft.com/office/powerpoint/2010/main" val="4172784495"/>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62"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p15:clr>
            <a:srgbClr val="5ACBF0"/>
          </p15:clr>
        </p15:guide>
        <p15:guide id="2" pos="11094">
          <p15:clr>
            <a:srgbClr val="5ACBF0"/>
          </p15:clr>
        </p15:guide>
        <p15:guide id="3" pos="5877">
          <p15:clr>
            <a:srgbClr val="5ACBF0"/>
          </p15:clr>
        </p15:guide>
        <p15:guide id="4" orient="horz" pos="1475">
          <p15:clr>
            <a:srgbClr val="5ACBF0"/>
          </p15:clr>
        </p15:guide>
        <p15:guide id="5" orient="horz" pos="5327">
          <p15:clr>
            <a:srgbClr val="5ACBF0"/>
          </p15:clr>
        </p15:guide>
        <p15:guide id="6" orient="horz" pos="5765">
          <p15:clr>
            <a:srgbClr val="5ACBF0"/>
          </p15:clr>
        </p15:guide>
        <p15:guide id="7" orient="horz" pos="1037">
          <p15:clr>
            <a:srgbClr val="5ACBF0"/>
          </p15:clr>
        </p15:guide>
        <p15:guide id="8" orient="horz" pos="3392">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8" name="balk onderaan">
            <a:extLst>
              <a:ext uri="{FF2B5EF4-FFF2-40B4-BE49-F238E27FC236}">
                <a16:creationId xmlns:a16="http://schemas.microsoft.com/office/drawing/2014/main" id="{1C347D43-E018-4735-A7B3-BBD71DCA569C}"/>
              </a:ext>
            </a:extLst>
          </p:cNvPr>
          <p:cNvSpPr/>
          <p:nvPr userDrawn="1"/>
        </p:nvSpPr>
        <p:spPr>
          <a:xfrm>
            <a:off x="-5644" y="9306131"/>
            <a:ext cx="13481537" cy="552245"/>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 name="connsiteX0" fmla="*/ 0 w 15988888"/>
              <a:gd name="connsiteY0" fmla="*/ 547482 h 548274"/>
              <a:gd name="connsiteX1" fmla="*/ 2507456 w 15988888"/>
              <a:gd name="connsiteY1" fmla="*/ 2176 h 548274"/>
              <a:gd name="connsiteX2" fmla="*/ 15802408 w 15988888"/>
              <a:gd name="connsiteY2" fmla="*/ 586 h 548274"/>
              <a:gd name="connsiteX3" fmla="*/ 15988888 w 15988888"/>
              <a:gd name="connsiteY3" fmla="*/ 0 h 548274"/>
              <a:gd name="connsiteX4" fmla="*/ 15802408 w 15988888"/>
              <a:gd name="connsiteY4" fmla="*/ 548274 h 548274"/>
              <a:gd name="connsiteX5" fmla="*/ 0 w 15988888"/>
              <a:gd name="connsiteY5" fmla="*/ 547482 h 548274"/>
              <a:gd name="connsiteX0" fmla="*/ 7196 w 13481484"/>
              <a:gd name="connsiteY0" fmla="*/ 549864 h 549864"/>
              <a:gd name="connsiteX1" fmla="*/ 52 w 13481484"/>
              <a:gd name="connsiteY1" fmla="*/ 2176 h 549864"/>
              <a:gd name="connsiteX2" fmla="*/ 13295004 w 13481484"/>
              <a:gd name="connsiteY2" fmla="*/ 586 h 549864"/>
              <a:gd name="connsiteX3" fmla="*/ 13481484 w 13481484"/>
              <a:gd name="connsiteY3" fmla="*/ 0 h 549864"/>
              <a:gd name="connsiteX4" fmla="*/ 13295004 w 13481484"/>
              <a:gd name="connsiteY4" fmla="*/ 548274 h 549864"/>
              <a:gd name="connsiteX5" fmla="*/ 7196 w 13481484"/>
              <a:gd name="connsiteY5" fmla="*/ 549864 h 549864"/>
              <a:gd name="connsiteX0" fmla="*/ 7196 w 13481484"/>
              <a:gd name="connsiteY0" fmla="*/ 549864 h 549864"/>
              <a:gd name="connsiteX1" fmla="*/ 52 w 13481484"/>
              <a:gd name="connsiteY1" fmla="*/ 2176 h 549864"/>
              <a:gd name="connsiteX2" fmla="*/ 13295004 w 13481484"/>
              <a:gd name="connsiteY2" fmla="*/ 586 h 549864"/>
              <a:gd name="connsiteX3" fmla="*/ 13481484 w 13481484"/>
              <a:gd name="connsiteY3" fmla="*/ 0 h 549864"/>
              <a:gd name="connsiteX4" fmla="*/ 13295004 w 13481484"/>
              <a:gd name="connsiteY4" fmla="*/ 548274 h 549864"/>
              <a:gd name="connsiteX5" fmla="*/ 4394234 w 13481484"/>
              <a:gd name="connsiteY5" fmla="*/ 549863 h 549864"/>
              <a:gd name="connsiteX6" fmla="*/ 7196 w 13481484"/>
              <a:gd name="connsiteY6" fmla="*/ 549864 h 549864"/>
              <a:gd name="connsiteX0" fmla="*/ 2486 w 13481537"/>
              <a:gd name="connsiteY0" fmla="*/ 552245 h 552245"/>
              <a:gd name="connsiteX1" fmla="*/ 105 w 13481537"/>
              <a:gd name="connsiteY1" fmla="*/ 2176 h 552245"/>
              <a:gd name="connsiteX2" fmla="*/ 13295057 w 13481537"/>
              <a:gd name="connsiteY2" fmla="*/ 586 h 552245"/>
              <a:gd name="connsiteX3" fmla="*/ 13481537 w 13481537"/>
              <a:gd name="connsiteY3" fmla="*/ 0 h 552245"/>
              <a:gd name="connsiteX4" fmla="*/ 13295057 w 13481537"/>
              <a:gd name="connsiteY4" fmla="*/ 548274 h 552245"/>
              <a:gd name="connsiteX5" fmla="*/ 4394287 w 13481537"/>
              <a:gd name="connsiteY5" fmla="*/ 549863 h 552245"/>
              <a:gd name="connsiteX6" fmla="*/ 2486 w 13481537"/>
              <a:gd name="connsiteY6" fmla="*/ 552245 h 55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81537" h="552245">
                <a:moveTo>
                  <a:pt x="2486" y="552245"/>
                </a:moveTo>
                <a:cubicBezTo>
                  <a:pt x="3280" y="369682"/>
                  <a:pt x="-689" y="184739"/>
                  <a:pt x="105" y="2176"/>
                </a:cubicBezTo>
                <a:lnTo>
                  <a:pt x="13295057" y="586"/>
                </a:lnTo>
                <a:lnTo>
                  <a:pt x="13481537" y="0"/>
                </a:lnTo>
                <a:lnTo>
                  <a:pt x="13295057" y="548274"/>
                </a:lnTo>
                <a:lnTo>
                  <a:pt x="4394287" y="549863"/>
                </a:lnTo>
                <a:lnTo>
                  <a:pt x="2486" y="552245"/>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highlight>
                <a:srgbClr val="FFFF00"/>
              </a:highlight>
            </a:endParaRPr>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nl-BE"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4B13216C-F497-49AA-BEA6-B741E2AD5D8B}" type="datetime1">
              <a:rPr lang="en-US" smtClean="0"/>
              <a:t>11/6/2024</a:t>
            </a:fld>
            <a:endParaRPr lang="nl-BE" dirty="0"/>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AI Applied maths - Introduction to the course</a:t>
            </a:r>
            <a:endParaRPr lang="nl-BE" dirty="0"/>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smtClean="0"/>
              <a:t>‹#›</a:t>
            </a:fld>
            <a:endParaRPr lang="nl-BE" dirty="0"/>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Graphic 314">
            <a:extLst>
              <a:ext uri="{FF2B5EF4-FFF2-40B4-BE49-F238E27FC236}">
                <a16:creationId xmlns:a16="http://schemas.microsoft.com/office/drawing/2014/main" id="{F02C931F-5CA2-4951-9406-1794839C7F32}"/>
              </a:ext>
            </a:extLst>
          </p:cNvPr>
          <p:cNvPicPr>
            <a:picLocks noChangeAspect="1"/>
          </p:cNvPicPr>
          <p:nvPr userDrawn="1"/>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5991268" y="9146698"/>
            <a:ext cx="1841920" cy="943902"/>
          </a:xfrm>
          <a:prstGeom prst="rect">
            <a:avLst/>
          </a:prstGeom>
        </p:spPr>
      </p:pic>
      <p:sp>
        <p:nvSpPr>
          <p:cNvPr id="155" name="Rechthoek 154">
            <a:extLst>
              <a:ext uri="{FF2B5EF4-FFF2-40B4-BE49-F238E27FC236}">
                <a16:creationId xmlns:a16="http://schemas.microsoft.com/office/drawing/2014/main" id="{3006AA6B-15EB-4DBD-8F12-1BA7B403185D}"/>
              </a:ext>
            </a:extLst>
          </p:cNvPr>
          <p:cNvSpPr/>
          <p:nvPr userDrawn="1"/>
        </p:nvSpPr>
        <p:spPr>
          <a:xfrm>
            <a:off x="13857675" y="9308422"/>
            <a:ext cx="1714500" cy="5476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err="1"/>
              <a:t>Plaats</a:t>
            </a:r>
            <a:r>
              <a:rPr lang="en-US" sz="1100" dirty="0"/>
              <a:t> logo </a:t>
            </a:r>
            <a:r>
              <a:rPr lang="en-US" sz="1100" dirty="0" err="1"/>
              <a:t>hier</a:t>
            </a:r>
            <a:r>
              <a:rPr lang="en-US" sz="1100" dirty="0"/>
              <a:t> in het </a:t>
            </a:r>
            <a:r>
              <a:rPr lang="en-US" sz="1100" dirty="0" err="1"/>
              <a:t>diamodel</a:t>
            </a:r>
            <a:endParaRPr lang="nl-BE" sz="1100" dirty="0"/>
          </a:p>
        </p:txBody>
      </p:sp>
    </p:spTree>
    <p:extLst>
      <p:ext uri="{BB962C8B-B14F-4D97-AF65-F5344CB8AC3E}">
        <p14:creationId xmlns:p14="http://schemas.microsoft.com/office/powerpoint/2010/main" val="3064038114"/>
      </p:ext>
    </p:extLst>
  </p:cSld>
  <p:clrMap bg1="lt1" tx1="dk1" bg2="lt2" tx2="dk2" accent1="accent1" accent2="accent2" accent3="accent3" accent4="accent4" accent5="accent5" accent6="accent6" hlink="hlink" folHlink="folHlink"/>
  <p:sldLayoutIdLst>
    <p:sldLayoutId id="2147483737" r:id="rId1"/>
    <p:sldLayoutId id="2147483739" r:id="rId2"/>
    <p:sldLayoutId id="2147483738"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3"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p15:clr>
            <a:srgbClr val="5ACBF0"/>
          </p15:clr>
        </p15:guide>
        <p15:guide id="2" pos="11094">
          <p15:clr>
            <a:srgbClr val="5ACBF0"/>
          </p15:clr>
        </p15:guide>
        <p15:guide id="3" pos="5877">
          <p15:clr>
            <a:srgbClr val="5ACBF0"/>
          </p15:clr>
        </p15:guide>
        <p15:guide id="4" orient="horz" pos="1475">
          <p15:clr>
            <a:srgbClr val="5ACBF0"/>
          </p15:clr>
        </p15:guide>
        <p15:guide id="5" orient="horz" pos="5327">
          <p15:clr>
            <a:srgbClr val="5ACBF0"/>
          </p15:clr>
        </p15:guide>
        <p15:guide id="6" orient="horz" pos="5765">
          <p15:clr>
            <a:srgbClr val="5ACBF0"/>
          </p15:clr>
        </p15:guide>
        <p15:guide id="7" orient="horz" pos="1037">
          <p15:clr>
            <a:srgbClr val="5ACBF0"/>
          </p15:clr>
        </p15:guide>
        <p15:guide id="8" orient="horz" pos="3392">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F7DFF-D181-42D4-181D-90FE2B42896D}"/>
              </a:ext>
            </a:extLst>
          </p:cNvPr>
          <p:cNvSpPr>
            <a:spLocks noGrp="1"/>
          </p:cNvSpPr>
          <p:nvPr>
            <p:ph type="ctrTitle"/>
          </p:nvPr>
        </p:nvSpPr>
        <p:spPr/>
        <p:txBody>
          <a:bodyPr/>
          <a:lstStyle/>
          <a:p>
            <a:r>
              <a:rPr lang="nl-NL" dirty="0"/>
              <a:t>Virtual </a:t>
            </a:r>
            <a:r>
              <a:rPr lang="nl-NL" dirty="0" err="1"/>
              <a:t>GlobeTrotter</a:t>
            </a:r>
            <a:r>
              <a:rPr lang="nl-NL" dirty="0"/>
              <a:t> Team Project </a:t>
            </a:r>
            <a:endParaRPr lang="en-US" dirty="0"/>
          </a:p>
        </p:txBody>
      </p:sp>
      <p:sp>
        <p:nvSpPr>
          <p:cNvPr id="3" name="Subtitle 2">
            <a:extLst>
              <a:ext uri="{FF2B5EF4-FFF2-40B4-BE49-F238E27FC236}">
                <a16:creationId xmlns:a16="http://schemas.microsoft.com/office/drawing/2014/main" id="{DA6F397F-E896-1BE7-100B-E940321490F1}"/>
              </a:ext>
            </a:extLst>
          </p:cNvPr>
          <p:cNvSpPr>
            <a:spLocks noGrp="1"/>
          </p:cNvSpPr>
          <p:nvPr>
            <p:ph type="subTitle" idx="1"/>
          </p:nvPr>
        </p:nvSpPr>
        <p:spPr/>
        <p:txBody>
          <a:bodyPr/>
          <a:lstStyle/>
          <a:p>
            <a:endParaRPr lang="nl-NL" dirty="0"/>
          </a:p>
          <a:p>
            <a:r>
              <a:rPr lang="en-US" dirty="0"/>
              <a:t>Viola Nguyen </a:t>
            </a:r>
          </a:p>
          <a:p>
            <a:r>
              <a:rPr lang="en-US" dirty="0" err="1"/>
              <a:t>Atvars</a:t>
            </a:r>
            <a:r>
              <a:rPr lang="en-US" dirty="0"/>
              <a:t> </a:t>
            </a:r>
            <a:r>
              <a:rPr lang="en-US" dirty="0" err="1"/>
              <a:t>Apinis</a:t>
            </a:r>
            <a:endParaRPr lang="en-US" dirty="0"/>
          </a:p>
          <a:p>
            <a:r>
              <a:rPr lang="en-US" dirty="0"/>
              <a:t>Isabelle Deslé</a:t>
            </a:r>
          </a:p>
          <a:p>
            <a:r>
              <a:rPr lang="en-US" sz="2800" dirty="0"/>
              <a:t>			</a:t>
            </a:r>
          </a:p>
          <a:p>
            <a:endParaRPr lang="nl-NL" dirty="0"/>
          </a:p>
          <a:p>
            <a:endParaRPr lang="en-US" dirty="0"/>
          </a:p>
        </p:txBody>
      </p:sp>
    </p:spTree>
    <p:extLst>
      <p:ext uri="{BB962C8B-B14F-4D97-AF65-F5344CB8AC3E}">
        <p14:creationId xmlns:p14="http://schemas.microsoft.com/office/powerpoint/2010/main" val="1123400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B6C5E-0178-B5FE-1D05-75D49D8521A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ED60C94-988E-89D1-E3F6-00463D53BD8A}"/>
              </a:ext>
            </a:extLst>
          </p:cNvPr>
          <p:cNvSpPr>
            <a:spLocks noGrp="1"/>
          </p:cNvSpPr>
          <p:nvPr>
            <p:ph type="sldNum" sz="quarter" idx="12"/>
          </p:nvPr>
        </p:nvSpPr>
        <p:spPr/>
        <p:txBody>
          <a:bodyPr/>
          <a:lstStyle/>
          <a:p>
            <a:fld id="{B7527A74-2D87-4307-9531-5A57D9647EEB}" type="slidenum">
              <a:rPr lang="nl-BE" smtClean="0"/>
              <a:pPr/>
              <a:t>2</a:t>
            </a:fld>
            <a:endParaRPr lang="nl-BE"/>
          </a:p>
        </p:txBody>
      </p:sp>
      <p:sp>
        <p:nvSpPr>
          <p:cNvPr id="4" name="Title 3">
            <a:extLst>
              <a:ext uri="{FF2B5EF4-FFF2-40B4-BE49-F238E27FC236}">
                <a16:creationId xmlns:a16="http://schemas.microsoft.com/office/drawing/2014/main" id="{672DAD8B-0ABD-CFEB-3CE1-9F2A26BAC6D0}"/>
              </a:ext>
            </a:extLst>
          </p:cNvPr>
          <p:cNvSpPr>
            <a:spLocks noGrp="1"/>
          </p:cNvSpPr>
          <p:nvPr>
            <p:ph type="title"/>
          </p:nvPr>
        </p:nvSpPr>
        <p:spPr/>
        <p:txBody>
          <a:bodyPr/>
          <a:lstStyle/>
          <a:p>
            <a:r>
              <a:rPr lang="nl-BE" dirty="0"/>
              <a:t>Team </a:t>
            </a:r>
            <a:r>
              <a:rPr lang="nl-BE" dirty="0" err="1"/>
              <a:t>Role</a:t>
            </a:r>
            <a:r>
              <a:rPr lang="nl-BE" dirty="0"/>
              <a:t> Distribution</a:t>
            </a:r>
            <a:endParaRPr lang="en-US" dirty="0"/>
          </a:p>
        </p:txBody>
      </p:sp>
      <p:sp>
        <p:nvSpPr>
          <p:cNvPr id="5" name="Date Placeholder 4">
            <a:extLst>
              <a:ext uri="{FF2B5EF4-FFF2-40B4-BE49-F238E27FC236}">
                <a16:creationId xmlns:a16="http://schemas.microsoft.com/office/drawing/2014/main" id="{03126820-7F9B-41D1-1847-621AF61EDDD3}"/>
              </a:ext>
            </a:extLst>
          </p:cNvPr>
          <p:cNvSpPr>
            <a:spLocks noGrp="1"/>
          </p:cNvSpPr>
          <p:nvPr>
            <p:ph type="dt" sz="half" idx="10"/>
          </p:nvPr>
        </p:nvSpPr>
        <p:spPr/>
        <p:txBody>
          <a:bodyPr/>
          <a:lstStyle/>
          <a:p>
            <a:fld id="{EEB9FFE0-59FF-4E33-9CF1-FBB947891542}" type="datetime1">
              <a:rPr lang="en-US" smtClean="0"/>
              <a:t>11/6/2024</a:t>
            </a:fld>
            <a:endParaRPr lang="nl-BE" dirty="0"/>
          </a:p>
        </p:txBody>
      </p:sp>
      <p:sp>
        <p:nvSpPr>
          <p:cNvPr id="6" name="Footer Placeholder 5">
            <a:extLst>
              <a:ext uri="{FF2B5EF4-FFF2-40B4-BE49-F238E27FC236}">
                <a16:creationId xmlns:a16="http://schemas.microsoft.com/office/drawing/2014/main" id="{3D77B045-7D98-F3BA-F431-D5094AAA2059}"/>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graphicFrame>
        <p:nvGraphicFramePr>
          <p:cNvPr id="7" name="Table 6">
            <a:extLst>
              <a:ext uri="{FF2B5EF4-FFF2-40B4-BE49-F238E27FC236}">
                <a16:creationId xmlns:a16="http://schemas.microsoft.com/office/drawing/2014/main" id="{E381A0C2-3619-269E-68B3-41B09D916A76}"/>
              </a:ext>
            </a:extLst>
          </p:cNvPr>
          <p:cNvGraphicFramePr>
            <a:graphicFrameLocks noGrp="1"/>
          </p:cNvGraphicFramePr>
          <p:nvPr>
            <p:extLst>
              <p:ext uri="{D42A27DB-BD31-4B8C-83A1-F6EECF244321}">
                <p14:modId xmlns:p14="http://schemas.microsoft.com/office/powerpoint/2010/main" val="296673408"/>
              </p:ext>
            </p:extLst>
          </p:nvPr>
        </p:nvGraphicFramePr>
        <p:xfrm>
          <a:off x="998692" y="2113280"/>
          <a:ext cx="16476507" cy="8859520"/>
        </p:xfrm>
        <a:graphic>
          <a:graphicData uri="http://schemas.openxmlformats.org/drawingml/2006/table">
            <a:tbl>
              <a:tblPr firstRow="1" bandRow="1">
                <a:tableStyleId>{5C22544A-7EE6-4342-B048-85BDC9FD1C3A}</a:tableStyleId>
              </a:tblPr>
              <a:tblGrid>
                <a:gridCol w="5492169">
                  <a:extLst>
                    <a:ext uri="{9D8B030D-6E8A-4147-A177-3AD203B41FA5}">
                      <a16:colId xmlns:a16="http://schemas.microsoft.com/office/drawing/2014/main" val="1373000918"/>
                    </a:ext>
                  </a:extLst>
                </a:gridCol>
                <a:gridCol w="5492169">
                  <a:extLst>
                    <a:ext uri="{9D8B030D-6E8A-4147-A177-3AD203B41FA5}">
                      <a16:colId xmlns:a16="http://schemas.microsoft.com/office/drawing/2014/main" val="4086320039"/>
                    </a:ext>
                  </a:extLst>
                </a:gridCol>
                <a:gridCol w="5492169">
                  <a:extLst>
                    <a:ext uri="{9D8B030D-6E8A-4147-A177-3AD203B41FA5}">
                      <a16:colId xmlns:a16="http://schemas.microsoft.com/office/drawing/2014/main" val="3944305718"/>
                    </a:ext>
                  </a:extLst>
                </a:gridCol>
              </a:tblGrid>
              <a:tr h="1440180">
                <a:tc>
                  <a:txBody>
                    <a:bodyPr/>
                    <a:lstStyle/>
                    <a:p>
                      <a:pPr algn="ctr"/>
                      <a:r>
                        <a:rPr lang="en-GB" sz="2700" b="1" kern="1200" dirty="0">
                          <a:solidFill>
                            <a:schemeClr val="tx1"/>
                          </a:solidFill>
                          <a:latin typeface="+mn-lt"/>
                          <a:ea typeface="+mn-ea"/>
                          <a:cs typeface="+mn-cs"/>
                        </a:rPr>
                        <a:t>Viola</a:t>
                      </a:r>
                      <a:endParaRPr lang="en-BE" sz="2700" b="1" kern="1200" dirty="0">
                        <a:solidFill>
                          <a:schemeClr val="tx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GB" sz="2700" b="1" kern="1200" dirty="0" err="1">
                          <a:solidFill>
                            <a:schemeClr val="tx1"/>
                          </a:solidFill>
                          <a:latin typeface="+mn-lt"/>
                          <a:ea typeface="+mn-ea"/>
                          <a:cs typeface="+mn-cs"/>
                        </a:rPr>
                        <a:t>Atvars</a:t>
                      </a:r>
                      <a:endParaRPr lang="en-BE" sz="2700" b="1" kern="1200" dirty="0">
                        <a:solidFill>
                          <a:schemeClr val="tx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algn="ctr" defTabSz="1371600" rtl="0" eaLnBrk="1" latinLnBrk="0" hangingPunct="1"/>
                      <a:r>
                        <a:rPr lang="en-GB" sz="2700" b="1" kern="1200" dirty="0">
                          <a:solidFill>
                            <a:schemeClr val="tx1"/>
                          </a:solidFill>
                          <a:latin typeface="+mn-lt"/>
                          <a:ea typeface="+mn-ea"/>
                          <a:cs typeface="+mn-cs"/>
                        </a:rPr>
                        <a:t>Isabelle</a:t>
                      </a:r>
                      <a:endParaRPr lang="en-BE" sz="2700" b="1" kern="1200" dirty="0">
                        <a:solidFill>
                          <a:schemeClr val="tx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64066188"/>
                  </a:ext>
                </a:extLst>
              </a:tr>
              <a:tr h="1440180">
                <a:tc>
                  <a:txBody>
                    <a:bodyPr/>
                    <a:lstStyle/>
                    <a:p>
                      <a:endParaRPr lang="en-B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4468152"/>
                  </a:ext>
                </a:extLst>
              </a:tr>
              <a:tr h="949960">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0491156"/>
                  </a:ext>
                </a:extLst>
              </a:tr>
              <a:tr h="1440180">
                <a:tc>
                  <a:txBody>
                    <a:bodyPr/>
                    <a:lstStyle/>
                    <a:p>
                      <a:pPr algn="ctr"/>
                      <a:r>
                        <a:rPr lang="en-GB" dirty="0"/>
                        <a:t>Scrum Master </a:t>
                      </a:r>
                    </a:p>
                    <a:p>
                      <a:pPr algn="ctr"/>
                      <a:r>
                        <a:rPr lang="en-GB" dirty="0"/>
                        <a:t>API</a:t>
                      </a:r>
                    </a:p>
                    <a:p>
                      <a:pPr algn="ctr"/>
                      <a:r>
                        <a:rPr lang="en-GB" dirty="0"/>
                        <a:t>UI</a:t>
                      </a:r>
                    </a:p>
                    <a:p>
                      <a:pPr algn="ctr"/>
                      <a:r>
                        <a:rPr lang="en-GB" dirty="0"/>
                        <a:t>Trello</a:t>
                      </a:r>
                    </a:p>
                    <a:p>
                      <a:pPr algn="ctr"/>
                      <a:r>
                        <a:rPr lang="en-GB" dirty="0"/>
                        <a:t>Connectivity</a:t>
                      </a:r>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GB" dirty="0"/>
                        <a:t>Development</a:t>
                      </a:r>
                    </a:p>
                    <a:p>
                      <a:pPr algn="ctr"/>
                      <a:r>
                        <a:rPr lang="en-GB" dirty="0"/>
                        <a:t>AI</a:t>
                      </a:r>
                    </a:p>
                    <a:p>
                      <a:pPr algn="ctr"/>
                      <a:r>
                        <a:rPr lang="en-GB" dirty="0"/>
                        <a:t>Unity</a:t>
                      </a:r>
                    </a:p>
                    <a:p>
                      <a:pPr marL="0" marR="0" lvl="0" indent="0" algn="ctr" defTabSz="1371600" rtl="0" eaLnBrk="1" fontAlgn="auto" latinLnBrk="0" hangingPunct="1">
                        <a:lnSpc>
                          <a:spcPct val="100000"/>
                        </a:lnSpc>
                        <a:spcBef>
                          <a:spcPts val="0"/>
                        </a:spcBef>
                        <a:spcAft>
                          <a:spcPts val="0"/>
                        </a:spcAft>
                        <a:buClrTx/>
                        <a:buSzTx/>
                        <a:buFontTx/>
                        <a:buNone/>
                        <a:tabLst/>
                        <a:defRPr/>
                      </a:pPr>
                      <a:r>
                        <a:rPr lang="en-GB" dirty="0"/>
                        <a:t>Connectivity</a:t>
                      </a:r>
                      <a:endParaRPr lang="en-BE" dirty="0"/>
                    </a:p>
                    <a:p>
                      <a:pPr algn="ctr"/>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GB" dirty="0"/>
                        <a:t>Product Owner </a:t>
                      </a:r>
                    </a:p>
                    <a:p>
                      <a:pPr algn="ctr"/>
                      <a:r>
                        <a:rPr lang="en-GB" dirty="0"/>
                        <a:t>Database</a:t>
                      </a:r>
                    </a:p>
                    <a:p>
                      <a:pPr algn="ctr"/>
                      <a:r>
                        <a:rPr lang="en-GB" dirty="0"/>
                        <a:t>Documentation</a:t>
                      </a:r>
                    </a:p>
                    <a:p>
                      <a:pPr marL="0" marR="0" lvl="0" indent="0" algn="ctr" defTabSz="1371600" rtl="0" eaLnBrk="1" fontAlgn="auto" latinLnBrk="0" hangingPunct="1">
                        <a:lnSpc>
                          <a:spcPct val="100000"/>
                        </a:lnSpc>
                        <a:spcBef>
                          <a:spcPts val="0"/>
                        </a:spcBef>
                        <a:spcAft>
                          <a:spcPts val="0"/>
                        </a:spcAft>
                        <a:buClrTx/>
                        <a:buSzTx/>
                        <a:buFontTx/>
                        <a:buNone/>
                        <a:tabLst/>
                        <a:defRPr/>
                      </a:pPr>
                      <a:r>
                        <a:rPr lang="en-GB" dirty="0"/>
                        <a:t>Connectivity</a:t>
                      </a:r>
                      <a:endParaRPr lang="en-BE" dirty="0"/>
                    </a:p>
                    <a:p>
                      <a:pPr algn="ctr"/>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60141429"/>
                  </a:ext>
                </a:extLst>
              </a:tr>
              <a:tr h="1440180">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626296"/>
                  </a:ext>
                </a:extLst>
              </a:tr>
              <a:tr h="1440180">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35923061"/>
                  </a:ext>
                </a:extLst>
              </a:tr>
            </a:tbl>
          </a:graphicData>
        </a:graphic>
      </p:graphicFrame>
      <p:pic>
        <p:nvPicPr>
          <p:cNvPr id="10" name="Picture 9">
            <a:extLst>
              <a:ext uri="{FF2B5EF4-FFF2-40B4-BE49-F238E27FC236}">
                <a16:creationId xmlns:a16="http://schemas.microsoft.com/office/drawing/2014/main" id="{D0ACA04E-4ABE-026D-7954-9834229DD7EF}"/>
              </a:ext>
            </a:extLst>
          </p:cNvPr>
          <p:cNvPicPr>
            <a:picLocks noChangeAspect="1"/>
          </p:cNvPicPr>
          <p:nvPr/>
        </p:nvPicPr>
        <p:blipFill>
          <a:blip r:embed="rId2"/>
          <a:srcRect t="8274"/>
          <a:stretch/>
        </p:blipFill>
        <p:spPr>
          <a:xfrm>
            <a:off x="7716371" y="2788893"/>
            <a:ext cx="3140269" cy="2869058"/>
          </a:xfrm>
          <a:prstGeom prst="rect">
            <a:avLst/>
          </a:prstGeom>
        </p:spPr>
      </p:pic>
      <p:pic>
        <p:nvPicPr>
          <p:cNvPr id="8" name="Picture 7">
            <a:extLst>
              <a:ext uri="{FF2B5EF4-FFF2-40B4-BE49-F238E27FC236}">
                <a16:creationId xmlns:a16="http://schemas.microsoft.com/office/drawing/2014/main" id="{D8194A9C-E306-9206-027C-A18A6A9ECA75}"/>
              </a:ext>
            </a:extLst>
          </p:cNvPr>
          <p:cNvPicPr>
            <a:picLocks noChangeAspect="1"/>
          </p:cNvPicPr>
          <p:nvPr/>
        </p:nvPicPr>
        <p:blipFill>
          <a:blip r:embed="rId3"/>
          <a:srcRect t="4801" b="5306"/>
          <a:stretch/>
        </p:blipFill>
        <p:spPr>
          <a:xfrm>
            <a:off x="2348862" y="2788893"/>
            <a:ext cx="3012127" cy="2707668"/>
          </a:xfrm>
          <a:prstGeom prst="rect">
            <a:avLst/>
          </a:prstGeom>
        </p:spPr>
      </p:pic>
      <p:pic>
        <p:nvPicPr>
          <p:cNvPr id="12" name="Picture 11">
            <a:extLst>
              <a:ext uri="{FF2B5EF4-FFF2-40B4-BE49-F238E27FC236}">
                <a16:creationId xmlns:a16="http://schemas.microsoft.com/office/drawing/2014/main" id="{6CA01EEF-5DCC-BF97-4DE5-A4E6C944EF6A}"/>
              </a:ext>
            </a:extLst>
          </p:cNvPr>
          <p:cNvPicPr>
            <a:picLocks noChangeAspect="1"/>
          </p:cNvPicPr>
          <p:nvPr/>
        </p:nvPicPr>
        <p:blipFill>
          <a:blip r:embed="rId4"/>
          <a:stretch>
            <a:fillRect/>
          </a:stretch>
        </p:blipFill>
        <p:spPr>
          <a:xfrm>
            <a:off x="13212022" y="2748253"/>
            <a:ext cx="3225478" cy="2788947"/>
          </a:xfrm>
          <a:prstGeom prst="rect">
            <a:avLst/>
          </a:prstGeom>
        </p:spPr>
      </p:pic>
    </p:spTree>
    <p:extLst>
      <p:ext uri="{BB962C8B-B14F-4D97-AF65-F5344CB8AC3E}">
        <p14:creationId xmlns:p14="http://schemas.microsoft.com/office/powerpoint/2010/main" val="4199928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7EE40-09D8-9419-22C8-5D29FD4833E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9A9A6AC-34CF-34F6-DC2C-52EBD80E5872}"/>
              </a:ext>
            </a:extLst>
          </p:cNvPr>
          <p:cNvSpPr>
            <a:spLocks noGrp="1"/>
          </p:cNvSpPr>
          <p:nvPr>
            <p:ph type="body" sz="quarter" idx="17"/>
          </p:nvPr>
        </p:nvSpPr>
        <p:spPr>
          <a:xfrm>
            <a:off x="1050131" y="2354401"/>
            <a:ext cx="16575629" cy="6952316"/>
          </a:xfrm>
        </p:spPr>
        <p:txBody>
          <a:bodyPr/>
          <a:lstStyle/>
          <a:p>
            <a:r>
              <a:rPr lang="en-GB" sz="2800" dirty="0"/>
              <a:t>What? We create a 360° AI generated immersion based on voice input to simulate a study trip. </a:t>
            </a:r>
          </a:p>
          <a:p>
            <a:r>
              <a:rPr lang="en-GB" sz="2800" dirty="0"/>
              <a:t>For? Children &lt; 14 yrs. </a:t>
            </a:r>
          </a:p>
          <a:p>
            <a:r>
              <a:rPr lang="en-GB" sz="2800" dirty="0"/>
              <a:t>Where? Immersive Room in Forum </a:t>
            </a:r>
            <a:r>
              <a:rPr lang="en-GB" sz="2800" dirty="0" err="1"/>
              <a:t>Howest</a:t>
            </a:r>
            <a:endParaRPr lang="en-GB" sz="2800" dirty="0"/>
          </a:p>
          <a:p>
            <a:endParaRPr lang="en-GB" sz="2800" dirty="0"/>
          </a:p>
          <a:p>
            <a:r>
              <a:rPr lang="en-GB" sz="2800" dirty="0"/>
              <a:t>The child is in the immersive room and has a tablet or phone with the user interface connected to the pc in the immersive room. The child chooses a continent shown on the user interface and a 360° image is shown and music  is played corresponding to the choice. </a:t>
            </a:r>
          </a:p>
          <a:p>
            <a:r>
              <a:rPr lang="en-GB" sz="2800" dirty="0"/>
              <a:t>The child is then asked to say a location, landmark or point of interest it wants to explore. For example the beach, the pyramids or Disneyland. </a:t>
            </a:r>
          </a:p>
          <a:p>
            <a:endParaRPr lang="en-GB" sz="2800" dirty="0"/>
          </a:p>
          <a:p>
            <a:r>
              <a:rPr lang="en-GB" sz="2800" dirty="0"/>
              <a:t>The voice input is used by an AI model to generate another 360° image to show in the immersive room. </a:t>
            </a:r>
          </a:p>
          <a:p>
            <a:endParaRPr lang="en-GB" sz="2800" dirty="0"/>
          </a:p>
          <a:p>
            <a:endParaRPr lang="en-GB" sz="2800" dirty="0"/>
          </a:p>
          <a:p>
            <a:endParaRPr lang="en-GB" sz="2800" dirty="0"/>
          </a:p>
          <a:p>
            <a:endParaRPr lang="en-US" sz="2400" dirty="0"/>
          </a:p>
          <a:p>
            <a:endParaRPr lang="en-US" sz="2400" dirty="0"/>
          </a:p>
        </p:txBody>
      </p:sp>
      <p:sp>
        <p:nvSpPr>
          <p:cNvPr id="3" name="Slide Number Placeholder 2">
            <a:extLst>
              <a:ext uri="{FF2B5EF4-FFF2-40B4-BE49-F238E27FC236}">
                <a16:creationId xmlns:a16="http://schemas.microsoft.com/office/drawing/2014/main" id="{61B5BCE8-A13B-C3BA-89C3-1EA1968B31C1}"/>
              </a:ext>
            </a:extLst>
          </p:cNvPr>
          <p:cNvSpPr>
            <a:spLocks noGrp="1"/>
          </p:cNvSpPr>
          <p:nvPr>
            <p:ph type="sldNum" sz="quarter" idx="12"/>
          </p:nvPr>
        </p:nvSpPr>
        <p:spPr/>
        <p:txBody>
          <a:bodyPr/>
          <a:lstStyle/>
          <a:p>
            <a:fld id="{B7527A74-2D87-4307-9531-5A57D9647EEB}" type="slidenum">
              <a:rPr lang="nl-BE" smtClean="0"/>
              <a:pPr/>
              <a:t>3</a:t>
            </a:fld>
            <a:endParaRPr lang="nl-BE"/>
          </a:p>
        </p:txBody>
      </p:sp>
      <p:sp>
        <p:nvSpPr>
          <p:cNvPr id="4" name="Title 3">
            <a:extLst>
              <a:ext uri="{FF2B5EF4-FFF2-40B4-BE49-F238E27FC236}">
                <a16:creationId xmlns:a16="http://schemas.microsoft.com/office/drawing/2014/main" id="{9BB91777-2FA9-1F6C-4BC5-1021D63032BF}"/>
              </a:ext>
            </a:extLst>
          </p:cNvPr>
          <p:cNvSpPr>
            <a:spLocks noGrp="1"/>
          </p:cNvSpPr>
          <p:nvPr>
            <p:ph type="title"/>
          </p:nvPr>
        </p:nvSpPr>
        <p:spPr/>
        <p:txBody>
          <a:bodyPr/>
          <a:lstStyle/>
          <a:p>
            <a:r>
              <a:rPr lang="nl-BE" dirty="0"/>
              <a:t>Project </a:t>
            </a:r>
            <a:r>
              <a:rPr lang="nl-BE" dirty="0" err="1"/>
              <a:t>Description</a:t>
            </a:r>
            <a:endParaRPr lang="en-US" dirty="0"/>
          </a:p>
        </p:txBody>
      </p:sp>
      <p:sp>
        <p:nvSpPr>
          <p:cNvPr id="5" name="Date Placeholder 4">
            <a:extLst>
              <a:ext uri="{FF2B5EF4-FFF2-40B4-BE49-F238E27FC236}">
                <a16:creationId xmlns:a16="http://schemas.microsoft.com/office/drawing/2014/main" id="{210E22A0-922F-B011-0A63-903DC39B4B92}"/>
              </a:ext>
            </a:extLst>
          </p:cNvPr>
          <p:cNvSpPr>
            <a:spLocks noGrp="1"/>
          </p:cNvSpPr>
          <p:nvPr>
            <p:ph type="dt" sz="half" idx="10"/>
          </p:nvPr>
        </p:nvSpPr>
        <p:spPr/>
        <p:txBody>
          <a:bodyPr/>
          <a:lstStyle/>
          <a:p>
            <a:fld id="{EEB9FFE0-59FF-4E33-9CF1-FBB947891542}" type="datetime1">
              <a:rPr lang="en-US" smtClean="0"/>
              <a:t>11/6/2024</a:t>
            </a:fld>
            <a:endParaRPr lang="nl-BE" dirty="0"/>
          </a:p>
        </p:txBody>
      </p:sp>
      <p:sp>
        <p:nvSpPr>
          <p:cNvPr id="6" name="Footer Placeholder 5">
            <a:extLst>
              <a:ext uri="{FF2B5EF4-FFF2-40B4-BE49-F238E27FC236}">
                <a16:creationId xmlns:a16="http://schemas.microsoft.com/office/drawing/2014/main" id="{B7435AA6-DC96-4070-C688-A04912AF6062}"/>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1591845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E533-2BEA-3395-81C1-182C1974BB7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6DB15C2-4C56-C348-F640-AA6F3C43905B}"/>
              </a:ext>
            </a:extLst>
          </p:cNvPr>
          <p:cNvSpPr>
            <a:spLocks noGrp="1"/>
          </p:cNvSpPr>
          <p:nvPr>
            <p:ph type="body" sz="quarter" idx="17"/>
          </p:nvPr>
        </p:nvSpPr>
        <p:spPr>
          <a:xfrm>
            <a:off x="1050131" y="2354401"/>
            <a:ext cx="16575629" cy="6952316"/>
          </a:xfrm>
        </p:spPr>
        <p:txBody>
          <a:bodyPr/>
          <a:lstStyle/>
          <a:p>
            <a:endParaRPr lang="en-US" sz="2400" dirty="0"/>
          </a:p>
        </p:txBody>
      </p:sp>
      <p:sp>
        <p:nvSpPr>
          <p:cNvPr id="3" name="Slide Number Placeholder 2">
            <a:extLst>
              <a:ext uri="{FF2B5EF4-FFF2-40B4-BE49-F238E27FC236}">
                <a16:creationId xmlns:a16="http://schemas.microsoft.com/office/drawing/2014/main" id="{71AF0E3B-A9CD-BE67-C85F-51B4C4DD7C88}"/>
              </a:ext>
            </a:extLst>
          </p:cNvPr>
          <p:cNvSpPr>
            <a:spLocks noGrp="1"/>
          </p:cNvSpPr>
          <p:nvPr>
            <p:ph type="sldNum" sz="quarter" idx="12"/>
          </p:nvPr>
        </p:nvSpPr>
        <p:spPr/>
        <p:txBody>
          <a:bodyPr/>
          <a:lstStyle/>
          <a:p>
            <a:fld id="{B7527A74-2D87-4307-9531-5A57D9647EEB}" type="slidenum">
              <a:rPr lang="nl-BE" smtClean="0"/>
              <a:pPr/>
              <a:t>4</a:t>
            </a:fld>
            <a:endParaRPr lang="nl-BE"/>
          </a:p>
        </p:txBody>
      </p:sp>
      <p:sp>
        <p:nvSpPr>
          <p:cNvPr id="4" name="Title 3">
            <a:extLst>
              <a:ext uri="{FF2B5EF4-FFF2-40B4-BE49-F238E27FC236}">
                <a16:creationId xmlns:a16="http://schemas.microsoft.com/office/drawing/2014/main" id="{F8D43C96-1DE1-54E8-6AB7-9CC1D0E8BD35}"/>
              </a:ext>
            </a:extLst>
          </p:cNvPr>
          <p:cNvSpPr>
            <a:spLocks noGrp="1"/>
          </p:cNvSpPr>
          <p:nvPr>
            <p:ph type="title"/>
          </p:nvPr>
        </p:nvSpPr>
        <p:spPr/>
        <p:txBody>
          <a:bodyPr/>
          <a:lstStyle/>
          <a:p>
            <a:pPr algn="l">
              <a:spcBef>
                <a:spcPts val="900"/>
              </a:spcBef>
              <a:spcAft>
                <a:spcPts val="900"/>
              </a:spcAft>
            </a:pPr>
            <a:r>
              <a:rPr lang="nl-BE" dirty="0"/>
              <a:t>Story points</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6CDDEC78-C84A-2F0D-BAE4-846B3EB66055}"/>
              </a:ext>
            </a:extLst>
          </p:cNvPr>
          <p:cNvSpPr>
            <a:spLocks noGrp="1"/>
          </p:cNvSpPr>
          <p:nvPr>
            <p:ph type="dt" sz="half" idx="10"/>
          </p:nvPr>
        </p:nvSpPr>
        <p:spPr/>
        <p:txBody>
          <a:bodyPr/>
          <a:lstStyle/>
          <a:p>
            <a:fld id="{EEB9FFE0-59FF-4E33-9CF1-FBB947891542}" type="datetime1">
              <a:rPr lang="en-US" smtClean="0"/>
              <a:t>11/6/2024</a:t>
            </a:fld>
            <a:endParaRPr lang="nl-BE" dirty="0"/>
          </a:p>
        </p:txBody>
      </p:sp>
      <p:sp>
        <p:nvSpPr>
          <p:cNvPr id="6" name="Footer Placeholder 5">
            <a:extLst>
              <a:ext uri="{FF2B5EF4-FFF2-40B4-BE49-F238E27FC236}">
                <a16:creationId xmlns:a16="http://schemas.microsoft.com/office/drawing/2014/main" id="{9B64CCA1-2F5D-B34C-B1D7-B6EEB5875DE4}"/>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graphicFrame>
        <p:nvGraphicFramePr>
          <p:cNvPr id="7" name="Chart 6">
            <a:extLst>
              <a:ext uri="{FF2B5EF4-FFF2-40B4-BE49-F238E27FC236}">
                <a16:creationId xmlns:a16="http://schemas.microsoft.com/office/drawing/2014/main" id="{80B49A61-0163-7913-2C2C-346771FA772B}"/>
              </a:ext>
            </a:extLst>
          </p:cNvPr>
          <p:cNvGraphicFramePr>
            <a:graphicFrameLocks/>
          </p:cNvGraphicFramePr>
          <p:nvPr>
            <p:extLst>
              <p:ext uri="{D42A27DB-BD31-4B8C-83A1-F6EECF244321}">
                <p14:modId xmlns:p14="http://schemas.microsoft.com/office/powerpoint/2010/main" val="2563026622"/>
              </p:ext>
            </p:extLst>
          </p:nvPr>
        </p:nvGraphicFramePr>
        <p:xfrm>
          <a:off x="1798320" y="2001521"/>
          <a:ext cx="14214791" cy="730519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00850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FF185-3CF4-3768-12C1-8294C676530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7163D0A-8E68-1F55-BC9C-E06012637FC2}"/>
              </a:ext>
            </a:extLst>
          </p:cNvPr>
          <p:cNvSpPr>
            <a:spLocks noGrp="1"/>
          </p:cNvSpPr>
          <p:nvPr>
            <p:ph type="body" sz="quarter" idx="17"/>
          </p:nvPr>
        </p:nvSpPr>
        <p:spPr>
          <a:xfrm>
            <a:off x="1050131" y="2354401"/>
            <a:ext cx="16575629" cy="6952316"/>
          </a:xfrm>
        </p:spPr>
        <p:txBody>
          <a:bodyPr/>
          <a:lstStyle/>
          <a:p>
            <a:endParaRPr lang="en-US" sz="2400" dirty="0"/>
          </a:p>
        </p:txBody>
      </p:sp>
      <p:sp>
        <p:nvSpPr>
          <p:cNvPr id="3" name="Slide Number Placeholder 2">
            <a:extLst>
              <a:ext uri="{FF2B5EF4-FFF2-40B4-BE49-F238E27FC236}">
                <a16:creationId xmlns:a16="http://schemas.microsoft.com/office/drawing/2014/main" id="{DD6F1887-C342-9BED-7C11-24847A4B7DF7}"/>
              </a:ext>
            </a:extLst>
          </p:cNvPr>
          <p:cNvSpPr>
            <a:spLocks noGrp="1"/>
          </p:cNvSpPr>
          <p:nvPr>
            <p:ph type="sldNum" sz="quarter" idx="12"/>
          </p:nvPr>
        </p:nvSpPr>
        <p:spPr/>
        <p:txBody>
          <a:bodyPr/>
          <a:lstStyle/>
          <a:p>
            <a:fld id="{B7527A74-2D87-4307-9531-5A57D9647EEB}" type="slidenum">
              <a:rPr lang="nl-BE" smtClean="0"/>
              <a:pPr/>
              <a:t>5</a:t>
            </a:fld>
            <a:endParaRPr lang="nl-BE"/>
          </a:p>
        </p:txBody>
      </p:sp>
      <p:sp>
        <p:nvSpPr>
          <p:cNvPr id="4" name="Title 3">
            <a:extLst>
              <a:ext uri="{FF2B5EF4-FFF2-40B4-BE49-F238E27FC236}">
                <a16:creationId xmlns:a16="http://schemas.microsoft.com/office/drawing/2014/main" id="{340D95ED-4063-FD34-D1B6-E8F012F1DBDD}"/>
              </a:ext>
            </a:extLst>
          </p:cNvPr>
          <p:cNvSpPr>
            <a:spLocks noGrp="1"/>
          </p:cNvSpPr>
          <p:nvPr>
            <p:ph type="title"/>
          </p:nvPr>
        </p:nvSpPr>
        <p:spPr/>
        <p:txBody>
          <a:bodyPr/>
          <a:lstStyle/>
          <a:p>
            <a:pPr algn="l">
              <a:spcBef>
                <a:spcPts val="900"/>
              </a:spcBef>
              <a:spcAft>
                <a:spcPts val="900"/>
              </a:spcAft>
            </a:pPr>
            <a:r>
              <a:rPr lang="nl-BE" dirty="0"/>
              <a:t>Technical solution </a:t>
            </a:r>
            <a:br>
              <a:rPr lang="nl-BE" dirty="0"/>
            </a:br>
            <a:r>
              <a:rPr lang="nl-BE" dirty="0"/>
              <a:t>Diagram</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011A2BF6-4B78-F5AB-17A6-ED857BC68F8C}"/>
              </a:ext>
            </a:extLst>
          </p:cNvPr>
          <p:cNvSpPr>
            <a:spLocks noGrp="1"/>
          </p:cNvSpPr>
          <p:nvPr>
            <p:ph type="dt" sz="half" idx="10"/>
          </p:nvPr>
        </p:nvSpPr>
        <p:spPr/>
        <p:txBody>
          <a:bodyPr/>
          <a:lstStyle/>
          <a:p>
            <a:fld id="{EEB9FFE0-59FF-4E33-9CF1-FBB947891542}" type="datetime1">
              <a:rPr lang="en-US" smtClean="0"/>
              <a:t>11/6/2024</a:t>
            </a:fld>
            <a:endParaRPr lang="nl-BE" dirty="0"/>
          </a:p>
        </p:txBody>
      </p:sp>
      <p:sp>
        <p:nvSpPr>
          <p:cNvPr id="6" name="Footer Placeholder 5">
            <a:extLst>
              <a:ext uri="{FF2B5EF4-FFF2-40B4-BE49-F238E27FC236}">
                <a16:creationId xmlns:a16="http://schemas.microsoft.com/office/drawing/2014/main" id="{C5B17DDF-044A-8B5D-DDD1-25BC89D5278F}"/>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pic>
        <p:nvPicPr>
          <p:cNvPr id="8" name="Picture 7">
            <a:extLst>
              <a:ext uri="{FF2B5EF4-FFF2-40B4-BE49-F238E27FC236}">
                <a16:creationId xmlns:a16="http://schemas.microsoft.com/office/drawing/2014/main" id="{B82A413C-65DD-A712-90B3-BDF1792E9760}"/>
              </a:ext>
            </a:extLst>
          </p:cNvPr>
          <p:cNvPicPr>
            <a:picLocks noChangeAspect="1"/>
          </p:cNvPicPr>
          <p:nvPr/>
        </p:nvPicPr>
        <p:blipFill>
          <a:blip r:embed="rId2"/>
          <a:stretch>
            <a:fillRect/>
          </a:stretch>
        </p:blipFill>
        <p:spPr>
          <a:xfrm>
            <a:off x="6154648" y="127462"/>
            <a:ext cx="11076076" cy="9179255"/>
          </a:xfrm>
          <a:prstGeom prst="rect">
            <a:avLst/>
          </a:prstGeom>
        </p:spPr>
      </p:pic>
    </p:spTree>
    <p:extLst>
      <p:ext uri="{BB962C8B-B14F-4D97-AF65-F5344CB8AC3E}">
        <p14:creationId xmlns:p14="http://schemas.microsoft.com/office/powerpoint/2010/main" val="3881297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A39AB-9EF4-F998-A587-39D670A3A4D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9B3C26B-BB41-D4AF-75E7-72C56A46A863}"/>
              </a:ext>
            </a:extLst>
          </p:cNvPr>
          <p:cNvSpPr>
            <a:spLocks noGrp="1"/>
          </p:cNvSpPr>
          <p:nvPr>
            <p:ph type="body" sz="quarter" idx="17"/>
          </p:nvPr>
        </p:nvSpPr>
        <p:spPr>
          <a:xfrm>
            <a:off x="1050131" y="2354401"/>
            <a:ext cx="16575629" cy="6952316"/>
          </a:xfrm>
        </p:spPr>
        <p:txBody>
          <a:bodyPr/>
          <a:lstStyle/>
          <a:p>
            <a:endParaRPr lang="en-US" sz="2400" dirty="0"/>
          </a:p>
        </p:txBody>
      </p:sp>
      <p:sp>
        <p:nvSpPr>
          <p:cNvPr id="3" name="Slide Number Placeholder 2">
            <a:extLst>
              <a:ext uri="{FF2B5EF4-FFF2-40B4-BE49-F238E27FC236}">
                <a16:creationId xmlns:a16="http://schemas.microsoft.com/office/drawing/2014/main" id="{9E95335C-B74D-2DFA-B7D1-41E3677E3584}"/>
              </a:ext>
            </a:extLst>
          </p:cNvPr>
          <p:cNvSpPr>
            <a:spLocks noGrp="1"/>
          </p:cNvSpPr>
          <p:nvPr>
            <p:ph type="sldNum" sz="quarter" idx="12"/>
          </p:nvPr>
        </p:nvSpPr>
        <p:spPr/>
        <p:txBody>
          <a:bodyPr/>
          <a:lstStyle/>
          <a:p>
            <a:fld id="{B7527A74-2D87-4307-9531-5A57D9647EEB}" type="slidenum">
              <a:rPr lang="nl-BE" smtClean="0"/>
              <a:pPr/>
              <a:t>6</a:t>
            </a:fld>
            <a:endParaRPr lang="nl-BE"/>
          </a:p>
        </p:txBody>
      </p:sp>
      <p:sp>
        <p:nvSpPr>
          <p:cNvPr id="4" name="Title 3">
            <a:extLst>
              <a:ext uri="{FF2B5EF4-FFF2-40B4-BE49-F238E27FC236}">
                <a16:creationId xmlns:a16="http://schemas.microsoft.com/office/drawing/2014/main" id="{FADE4AF2-3D26-6264-8517-963BF9C34C15}"/>
              </a:ext>
            </a:extLst>
          </p:cNvPr>
          <p:cNvSpPr>
            <a:spLocks noGrp="1"/>
          </p:cNvSpPr>
          <p:nvPr>
            <p:ph type="title"/>
          </p:nvPr>
        </p:nvSpPr>
        <p:spPr/>
        <p:txBody>
          <a:bodyPr/>
          <a:lstStyle/>
          <a:p>
            <a:pPr algn="l">
              <a:spcBef>
                <a:spcPts val="900"/>
              </a:spcBef>
              <a:spcAft>
                <a:spcPts val="900"/>
              </a:spcAft>
            </a:pPr>
            <a:r>
              <a:rPr lang="nl-BE" dirty="0"/>
              <a:t>Technical solution UI</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B0A6D2B5-ADD8-E7E8-18EC-C72E184D19AB}"/>
              </a:ext>
            </a:extLst>
          </p:cNvPr>
          <p:cNvSpPr>
            <a:spLocks noGrp="1"/>
          </p:cNvSpPr>
          <p:nvPr>
            <p:ph type="dt" sz="half" idx="10"/>
          </p:nvPr>
        </p:nvSpPr>
        <p:spPr/>
        <p:txBody>
          <a:bodyPr/>
          <a:lstStyle/>
          <a:p>
            <a:fld id="{EEB9FFE0-59FF-4E33-9CF1-FBB947891542}" type="datetime1">
              <a:rPr lang="en-US" smtClean="0"/>
              <a:t>11/6/2024</a:t>
            </a:fld>
            <a:endParaRPr lang="nl-BE" dirty="0"/>
          </a:p>
        </p:txBody>
      </p:sp>
      <p:sp>
        <p:nvSpPr>
          <p:cNvPr id="6" name="Footer Placeholder 5">
            <a:extLst>
              <a:ext uri="{FF2B5EF4-FFF2-40B4-BE49-F238E27FC236}">
                <a16:creationId xmlns:a16="http://schemas.microsoft.com/office/drawing/2014/main" id="{6357F620-1A3E-0B94-CFAD-63A3C3420EA9}"/>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3396003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00B0B-FFA2-C929-F25F-C14B8D6B1F6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3A38C74-95C4-1E3A-8050-7CFB9044B864}"/>
              </a:ext>
            </a:extLst>
          </p:cNvPr>
          <p:cNvSpPr>
            <a:spLocks noGrp="1"/>
          </p:cNvSpPr>
          <p:nvPr>
            <p:ph type="body" sz="quarter" idx="17"/>
          </p:nvPr>
        </p:nvSpPr>
        <p:spPr>
          <a:xfrm>
            <a:off x="1050131" y="2354401"/>
            <a:ext cx="16575629" cy="6952316"/>
          </a:xfrm>
        </p:spPr>
        <p:txBody>
          <a:bodyPr/>
          <a:lstStyle/>
          <a:p>
            <a:endParaRPr lang="en-US" sz="2400" dirty="0"/>
          </a:p>
        </p:txBody>
      </p:sp>
      <p:sp>
        <p:nvSpPr>
          <p:cNvPr id="3" name="Slide Number Placeholder 2">
            <a:extLst>
              <a:ext uri="{FF2B5EF4-FFF2-40B4-BE49-F238E27FC236}">
                <a16:creationId xmlns:a16="http://schemas.microsoft.com/office/drawing/2014/main" id="{D1DA3D58-6175-B473-8503-B725618396CD}"/>
              </a:ext>
            </a:extLst>
          </p:cNvPr>
          <p:cNvSpPr>
            <a:spLocks noGrp="1"/>
          </p:cNvSpPr>
          <p:nvPr>
            <p:ph type="sldNum" sz="quarter" idx="12"/>
          </p:nvPr>
        </p:nvSpPr>
        <p:spPr/>
        <p:txBody>
          <a:bodyPr/>
          <a:lstStyle/>
          <a:p>
            <a:fld id="{B7527A74-2D87-4307-9531-5A57D9647EEB}" type="slidenum">
              <a:rPr lang="nl-BE" smtClean="0"/>
              <a:pPr/>
              <a:t>7</a:t>
            </a:fld>
            <a:endParaRPr lang="nl-BE"/>
          </a:p>
        </p:txBody>
      </p:sp>
      <p:sp>
        <p:nvSpPr>
          <p:cNvPr id="4" name="Title 3">
            <a:extLst>
              <a:ext uri="{FF2B5EF4-FFF2-40B4-BE49-F238E27FC236}">
                <a16:creationId xmlns:a16="http://schemas.microsoft.com/office/drawing/2014/main" id="{6B63EF4E-A646-1E57-AF86-26DACA43721B}"/>
              </a:ext>
            </a:extLst>
          </p:cNvPr>
          <p:cNvSpPr>
            <a:spLocks noGrp="1"/>
          </p:cNvSpPr>
          <p:nvPr>
            <p:ph type="title"/>
          </p:nvPr>
        </p:nvSpPr>
        <p:spPr/>
        <p:txBody>
          <a:bodyPr/>
          <a:lstStyle/>
          <a:p>
            <a:pPr algn="l">
              <a:spcBef>
                <a:spcPts val="900"/>
              </a:spcBef>
              <a:spcAft>
                <a:spcPts val="900"/>
              </a:spcAft>
            </a:pPr>
            <a:r>
              <a:rPr lang="nl-BE" dirty="0"/>
              <a:t>Technical solution AI</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527E656B-1659-3C38-98CA-4EDC4034E136}"/>
              </a:ext>
            </a:extLst>
          </p:cNvPr>
          <p:cNvSpPr>
            <a:spLocks noGrp="1"/>
          </p:cNvSpPr>
          <p:nvPr>
            <p:ph type="dt" sz="half" idx="10"/>
          </p:nvPr>
        </p:nvSpPr>
        <p:spPr/>
        <p:txBody>
          <a:bodyPr/>
          <a:lstStyle/>
          <a:p>
            <a:fld id="{EEB9FFE0-59FF-4E33-9CF1-FBB947891542}" type="datetime1">
              <a:rPr lang="en-US" smtClean="0"/>
              <a:t>11/6/2024</a:t>
            </a:fld>
            <a:endParaRPr lang="nl-BE" dirty="0"/>
          </a:p>
        </p:txBody>
      </p:sp>
      <p:sp>
        <p:nvSpPr>
          <p:cNvPr id="6" name="Footer Placeholder 5">
            <a:extLst>
              <a:ext uri="{FF2B5EF4-FFF2-40B4-BE49-F238E27FC236}">
                <a16:creationId xmlns:a16="http://schemas.microsoft.com/office/drawing/2014/main" id="{B59BFD75-C010-6621-59E1-2779DF5BBF4E}"/>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2230606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60090-CF74-5F1A-33A4-CD98EE24FA6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A02F548-98C1-9AED-A07F-505B13C5AA94}"/>
              </a:ext>
            </a:extLst>
          </p:cNvPr>
          <p:cNvSpPr>
            <a:spLocks noGrp="1"/>
          </p:cNvSpPr>
          <p:nvPr>
            <p:ph type="body" sz="quarter" idx="17"/>
          </p:nvPr>
        </p:nvSpPr>
        <p:spPr>
          <a:xfrm>
            <a:off x="1050131" y="2354401"/>
            <a:ext cx="16575629" cy="6952316"/>
          </a:xfrm>
        </p:spPr>
        <p:txBody>
          <a:bodyPr/>
          <a:lstStyle/>
          <a:p>
            <a:endParaRPr lang="en-US" sz="2400" dirty="0"/>
          </a:p>
        </p:txBody>
      </p:sp>
      <p:sp>
        <p:nvSpPr>
          <p:cNvPr id="3" name="Slide Number Placeholder 2">
            <a:extLst>
              <a:ext uri="{FF2B5EF4-FFF2-40B4-BE49-F238E27FC236}">
                <a16:creationId xmlns:a16="http://schemas.microsoft.com/office/drawing/2014/main" id="{691D9328-45FA-B100-01F5-E9A959DD3EF9}"/>
              </a:ext>
            </a:extLst>
          </p:cNvPr>
          <p:cNvSpPr>
            <a:spLocks noGrp="1"/>
          </p:cNvSpPr>
          <p:nvPr>
            <p:ph type="sldNum" sz="quarter" idx="12"/>
          </p:nvPr>
        </p:nvSpPr>
        <p:spPr/>
        <p:txBody>
          <a:bodyPr/>
          <a:lstStyle/>
          <a:p>
            <a:fld id="{B7527A74-2D87-4307-9531-5A57D9647EEB}" type="slidenum">
              <a:rPr lang="nl-BE" smtClean="0"/>
              <a:pPr/>
              <a:t>8</a:t>
            </a:fld>
            <a:endParaRPr lang="nl-BE"/>
          </a:p>
        </p:txBody>
      </p:sp>
      <p:sp>
        <p:nvSpPr>
          <p:cNvPr id="4" name="Title 3">
            <a:extLst>
              <a:ext uri="{FF2B5EF4-FFF2-40B4-BE49-F238E27FC236}">
                <a16:creationId xmlns:a16="http://schemas.microsoft.com/office/drawing/2014/main" id="{88E840FC-A6D3-BB96-1E04-1D5261407EF1}"/>
              </a:ext>
            </a:extLst>
          </p:cNvPr>
          <p:cNvSpPr>
            <a:spLocks noGrp="1"/>
          </p:cNvSpPr>
          <p:nvPr>
            <p:ph type="title"/>
          </p:nvPr>
        </p:nvSpPr>
        <p:spPr/>
        <p:txBody>
          <a:bodyPr/>
          <a:lstStyle/>
          <a:p>
            <a:pPr algn="l">
              <a:spcBef>
                <a:spcPts val="900"/>
              </a:spcBef>
              <a:spcAft>
                <a:spcPts val="900"/>
              </a:spcAft>
            </a:pPr>
            <a:r>
              <a:rPr lang="nl-BE" dirty="0"/>
              <a:t>Technical solution Database</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2543660B-4F4B-B800-3466-38B38D909BA5}"/>
              </a:ext>
            </a:extLst>
          </p:cNvPr>
          <p:cNvSpPr>
            <a:spLocks noGrp="1"/>
          </p:cNvSpPr>
          <p:nvPr>
            <p:ph type="dt" sz="half" idx="10"/>
          </p:nvPr>
        </p:nvSpPr>
        <p:spPr/>
        <p:txBody>
          <a:bodyPr/>
          <a:lstStyle/>
          <a:p>
            <a:fld id="{EEB9FFE0-59FF-4E33-9CF1-FBB947891542}" type="datetime1">
              <a:rPr lang="en-US" smtClean="0"/>
              <a:t>11/6/2024</a:t>
            </a:fld>
            <a:endParaRPr lang="nl-BE" dirty="0"/>
          </a:p>
        </p:txBody>
      </p:sp>
      <p:sp>
        <p:nvSpPr>
          <p:cNvPr id="6" name="Footer Placeholder 5">
            <a:extLst>
              <a:ext uri="{FF2B5EF4-FFF2-40B4-BE49-F238E27FC236}">
                <a16:creationId xmlns:a16="http://schemas.microsoft.com/office/drawing/2014/main" id="{0A69893E-1264-A110-B4E1-672A8295BECE}"/>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1429863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B6A66-2547-F2B9-9F69-7C997A7BEFC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E5D9450-2ED3-8801-1166-89B22FDB21E6}"/>
              </a:ext>
            </a:extLst>
          </p:cNvPr>
          <p:cNvSpPr>
            <a:spLocks noGrp="1"/>
          </p:cNvSpPr>
          <p:nvPr>
            <p:ph type="body" sz="quarter" idx="17"/>
          </p:nvPr>
        </p:nvSpPr>
        <p:spPr>
          <a:xfrm>
            <a:off x="1050131" y="2354401"/>
            <a:ext cx="16575629" cy="6952316"/>
          </a:xfrm>
        </p:spPr>
        <p:txBody>
          <a:bodyPr/>
          <a:lstStyle/>
          <a:p>
            <a:endParaRPr lang="en-US" sz="2400" dirty="0"/>
          </a:p>
        </p:txBody>
      </p:sp>
      <p:sp>
        <p:nvSpPr>
          <p:cNvPr id="3" name="Slide Number Placeholder 2">
            <a:extLst>
              <a:ext uri="{FF2B5EF4-FFF2-40B4-BE49-F238E27FC236}">
                <a16:creationId xmlns:a16="http://schemas.microsoft.com/office/drawing/2014/main" id="{FDB7A25B-0287-423F-90E8-988277BE176A}"/>
              </a:ext>
            </a:extLst>
          </p:cNvPr>
          <p:cNvSpPr>
            <a:spLocks noGrp="1"/>
          </p:cNvSpPr>
          <p:nvPr>
            <p:ph type="sldNum" sz="quarter" idx="12"/>
          </p:nvPr>
        </p:nvSpPr>
        <p:spPr/>
        <p:txBody>
          <a:bodyPr/>
          <a:lstStyle/>
          <a:p>
            <a:fld id="{B7527A74-2D87-4307-9531-5A57D9647EEB}" type="slidenum">
              <a:rPr lang="nl-BE" smtClean="0"/>
              <a:pPr/>
              <a:t>9</a:t>
            </a:fld>
            <a:endParaRPr lang="nl-BE"/>
          </a:p>
        </p:txBody>
      </p:sp>
      <p:sp>
        <p:nvSpPr>
          <p:cNvPr id="4" name="Title 3">
            <a:extLst>
              <a:ext uri="{FF2B5EF4-FFF2-40B4-BE49-F238E27FC236}">
                <a16:creationId xmlns:a16="http://schemas.microsoft.com/office/drawing/2014/main" id="{2219F869-1906-8D9C-BEBD-0C6FAEC2CA50}"/>
              </a:ext>
            </a:extLst>
          </p:cNvPr>
          <p:cNvSpPr>
            <a:spLocks noGrp="1"/>
          </p:cNvSpPr>
          <p:nvPr>
            <p:ph type="title"/>
          </p:nvPr>
        </p:nvSpPr>
        <p:spPr/>
        <p:txBody>
          <a:bodyPr/>
          <a:lstStyle/>
          <a:p>
            <a:pPr algn="l">
              <a:spcBef>
                <a:spcPts val="900"/>
              </a:spcBef>
              <a:spcAft>
                <a:spcPts val="900"/>
              </a:spcAft>
            </a:pPr>
            <a:r>
              <a:rPr lang="nl-BE" dirty="0"/>
              <a:t>Technical solution API</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6188A3E1-EBD1-1D03-0B13-F89A5E7D6577}"/>
              </a:ext>
            </a:extLst>
          </p:cNvPr>
          <p:cNvSpPr>
            <a:spLocks noGrp="1"/>
          </p:cNvSpPr>
          <p:nvPr>
            <p:ph type="dt" sz="half" idx="10"/>
          </p:nvPr>
        </p:nvSpPr>
        <p:spPr/>
        <p:txBody>
          <a:bodyPr/>
          <a:lstStyle/>
          <a:p>
            <a:fld id="{EEB9FFE0-59FF-4E33-9CF1-FBB947891542}" type="datetime1">
              <a:rPr lang="en-US" smtClean="0"/>
              <a:t>11/6/2024</a:t>
            </a:fld>
            <a:endParaRPr lang="nl-BE" dirty="0"/>
          </a:p>
        </p:txBody>
      </p:sp>
      <p:sp>
        <p:nvSpPr>
          <p:cNvPr id="6" name="Footer Placeholder 5">
            <a:extLst>
              <a:ext uri="{FF2B5EF4-FFF2-40B4-BE49-F238E27FC236}">
                <a16:creationId xmlns:a16="http://schemas.microsoft.com/office/drawing/2014/main" id="{21C01D91-EA49-49FA-EF91-BB7C0B503578}"/>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1310810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5B1F7-E3A0-055D-5F06-C57FB5BEB32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6DDA721-6F4E-FC02-DCBA-61F2C056601F}"/>
              </a:ext>
            </a:extLst>
          </p:cNvPr>
          <p:cNvSpPr>
            <a:spLocks noGrp="1"/>
          </p:cNvSpPr>
          <p:nvPr>
            <p:ph type="body" sz="quarter" idx="17"/>
          </p:nvPr>
        </p:nvSpPr>
        <p:spPr>
          <a:xfrm>
            <a:off x="1050131" y="2354401"/>
            <a:ext cx="16575629" cy="6952316"/>
          </a:xfrm>
        </p:spPr>
        <p:txBody>
          <a:bodyPr/>
          <a:lstStyle/>
          <a:p>
            <a:endParaRPr lang="en-US" sz="2400" dirty="0"/>
          </a:p>
        </p:txBody>
      </p:sp>
      <p:sp>
        <p:nvSpPr>
          <p:cNvPr id="3" name="Slide Number Placeholder 2">
            <a:extLst>
              <a:ext uri="{FF2B5EF4-FFF2-40B4-BE49-F238E27FC236}">
                <a16:creationId xmlns:a16="http://schemas.microsoft.com/office/drawing/2014/main" id="{2A526D97-163C-4F94-6B4E-774BE1EF7564}"/>
              </a:ext>
            </a:extLst>
          </p:cNvPr>
          <p:cNvSpPr>
            <a:spLocks noGrp="1"/>
          </p:cNvSpPr>
          <p:nvPr>
            <p:ph type="sldNum" sz="quarter" idx="12"/>
          </p:nvPr>
        </p:nvSpPr>
        <p:spPr/>
        <p:txBody>
          <a:bodyPr/>
          <a:lstStyle/>
          <a:p>
            <a:fld id="{B7527A74-2D87-4307-9531-5A57D9647EEB}" type="slidenum">
              <a:rPr lang="nl-BE" smtClean="0"/>
              <a:pPr/>
              <a:t>10</a:t>
            </a:fld>
            <a:endParaRPr lang="nl-BE"/>
          </a:p>
        </p:txBody>
      </p:sp>
      <p:sp>
        <p:nvSpPr>
          <p:cNvPr id="4" name="Title 3">
            <a:extLst>
              <a:ext uri="{FF2B5EF4-FFF2-40B4-BE49-F238E27FC236}">
                <a16:creationId xmlns:a16="http://schemas.microsoft.com/office/drawing/2014/main" id="{DFF4BB8A-5AEE-7D24-30D3-3E5C2AB6C7FF}"/>
              </a:ext>
            </a:extLst>
          </p:cNvPr>
          <p:cNvSpPr>
            <a:spLocks noGrp="1"/>
          </p:cNvSpPr>
          <p:nvPr>
            <p:ph type="title"/>
          </p:nvPr>
        </p:nvSpPr>
        <p:spPr/>
        <p:txBody>
          <a:bodyPr/>
          <a:lstStyle/>
          <a:p>
            <a:pPr algn="l">
              <a:spcBef>
                <a:spcPts val="900"/>
              </a:spcBef>
              <a:spcAft>
                <a:spcPts val="900"/>
              </a:spcAft>
            </a:pPr>
            <a:r>
              <a:rPr lang="nl-BE" dirty="0"/>
              <a:t>Technical solution </a:t>
            </a:r>
            <a:r>
              <a:rPr lang="nl-BE" dirty="0" err="1"/>
              <a:t>Unity</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BBEA1497-6D12-5FAF-019A-E297F14C084A}"/>
              </a:ext>
            </a:extLst>
          </p:cNvPr>
          <p:cNvSpPr>
            <a:spLocks noGrp="1"/>
          </p:cNvSpPr>
          <p:nvPr>
            <p:ph type="dt" sz="half" idx="10"/>
          </p:nvPr>
        </p:nvSpPr>
        <p:spPr/>
        <p:txBody>
          <a:bodyPr/>
          <a:lstStyle/>
          <a:p>
            <a:fld id="{EEB9FFE0-59FF-4E33-9CF1-FBB947891542}" type="datetime1">
              <a:rPr lang="en-US" smtClean="0"/>
              <a:t>11/6/2024</a:t>
            </a:fld>
            <a:endParaRPr lang="nl-BE" dirty="0"/>
          </a:p>
        </p:txBody>
      </p:sp>
      <p:sp>
        <p:nvSpPr>
          <p:cNvPr id="6" name="Footer Placeholder 5">
            <a:extLst>
              <a:ext uri="{FF2B5EF4-FFF2-40B4-BE49-F238E27FC236}">
                <a16:creationId xmlns:a16="http://schemas.microsoft.com/office/drawing/2014/main" id="{CAC8B00A-973C-C8EB-EFBB-EE780EE0BF5B}"/>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1864896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A5E9-E34F-F409-29F0-517C83CAC3C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582074-F0D4-D736-24A6-F732C8F4EE4C}"/>
              </a:ext>
            </a:extLst>
          </p:cNvPr>
          <p:cNvSpPr>
            <a:spLocks noGrp="1"/>
          </p:cNvSpPr>
          <p:nvPr>
            <p:ph type="body" sz="quarter" idx="17"/>
          </p:nvPr>
        </p:nvSpPr>
        <p:spPr>
          <a:xfrm>
            <a:off x="1050131" y="2354401"/>
            <a:ext cx="16575629" cy="6952316"/>
          </a:xfrm>
        </p:spPr>
        <p:txBody>
          <a:bodyPr/>
          <a:lstStyle/>
          <a:p>
            <a:endParaRPr lang="en-US" sz="2400" dirty="0"/>
          </a:p>
        </p:txBody>
      </p:sp>
      <p:sp>
        <p:nvSpPr>
          <p:cNvPr id="3" name="Slide Number Placeholder 2">
            <a:extLst>
              <a:ext uri="{FF2B5EF4-FFF2-40B4-BE49-F238E27FC236}">
                <a16:creationId xmlns:a16="http://schemas.microsoft.com/office/drawing/2014/main" id="{A241115D-CDFA-8C4F-5A9F-5BEFE27F9475}"/>
              </a:ext>
            </a:extLst>
          </p:cNvPr>
          <p:cNvSpPr>
            <a:spLocks noGrp="1"/>
          </p:cNvSpPr>
          <p:nvPr>
            <p:ph type="sldNum" sz="quarter" idx="12"/>
          </p:nvPr>
        </p:nvSpPr>
        <p:spPr/>
        <p:txBody>
          <a:bodyPr/>
          <a:lstStyle/>
          <a:p>
            <a:fld id="{B7527A74-2D87-4307-9531-5A57D9647EEB}" type="slidenum">
              <a:rPr lang="nl-BE" smtClean="0"/>
              <a:pPr/>
              <a:t>11</a:t>
            </a:fld>
            <a:endParaRPr lang="nl-BE"/>
          </a:p>
        </p:txBody>
      </p:sp>
      <p:sp>
        <p:nvSpPr>
          <p:cNvPr id="4" name="Title 3">
            <a:extLst>
              <a:ext uri="{FF2B5EF4-FFF2-40B4-BE49-F238E27FC236}">
                <a16:creationId xmlns:a16="http://schemas.microsoft.com/office/drawing/2014/main" id="{4C694208-8030-BD4A-90B5-19E8546E92EC}"/>
              </a:ext>
            </a:extLst>
          </p:cNvPr>
          <p:cNvSpPr>
            <a:spLocks noGrp="1"/>
          </p:cNvSpPr>
          <p:nvPr>
            <p:ph type="title"/>
          </p:nvPr>
        </p:nvSpPr>
        <p:spPr/>
        <p:txBody>
          <a:bodyPr/>
          <a:lstStyle/>
          <a:p>
            <a:pPr algn="l">
              <a:spcBef>
                <a:spcPts val="900"/>
              </a:spcBef>
              <a:spcAft>
                <a:spcPts val="900"/>
              </a:spcAft>
            </a:pPr>
            <a:r>
              <a:rPr lang="nl-BE" dirty="0"/>
              <a:t>Technical solution Connectivity</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8143F563-4D1E-B098-05B1-26CCF069FC41}"/>
              </a:ext>
            </a:extLst>
          </p:cNvPr>
          <p:cNvSpPr>
            <a:spLocks noGrp="1"/>
          </p:cNvSpPr>
          <p:nvPr>
            <p:ph type="dt" sz="half" idx="10"/>
          </p:nvPr>
        </p:nvSpPr>
        <p:spPr/>
        <p:txBody>
          <a:bodyPr/>
          <a:lstStyle/>
          <a:p>
            <a:fld id="{EEB9FFE0-59FF-4E33-9CF1-FBB947891542}" type="datetime1">
              <a:rPr lang="en-US" smtClean="0"/>
              <a:t>11/6/2024</a:t>
            </a:fld>
            <a:endParaRPr lang="nl-BE" dirty="0"/>
          </a:p>
        </p:txBody>
      </p:sp>
      <p:sp>
        <p:nvSpPr>
          <p:cNvPr id="6" name="Footer Placeholder 5">
            <a:extLst>
              <a:ext uri="{FF2B5EF4-FFF2-40B4-BE49-F238E27FC236}">
                <a16:creationId xmlns:a16="http://schemas.microsoft.com/office/drawing/2014/main" id="{C428AB42-6F04-6407-AAE8-69498CD16EC9}"/>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2023299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280FC-C3A7-30A4-16B4-3B098A1B93F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1F71309-77AE-E564-25F8-6BBB15B899C2}"/>
              </a:ext>
            </a:extLst>
          </p:cNvPr>
          <p:cNvSpPr>
            <a:spLocks noGrp="1"/>
          </p:cNvSpPr>
          <p:nvPr>
            <p:ph type="body" sz="quarter" idx="17"/>
          </p:nvPr>
        </p:nvSpPr>
        <p:spPr>
          <a:xfrm>
            <a:off x="1050131" y="2354401"/>
            <a:ext cx="16575629" cy="6952316"/>
          </a:xfrm>
        </p:spPr>
        <p:txBody>
          <a:bodyPr/>
          <a:lstStyle/>
          <a:p>
            <a:pPr algn="l">
              <a:buFont typeface="Arial" panose="020B0604020202020204" pitchFamily="34" charset="0"/>
              <a:buChar char="•"/>
            </a:pPr>
            <a:r>
              <a:rPr lang="en-GB" sz="2400" b="0" i="0" dirty="0">
                <a:solidFill>
                  <a:srgbClr val="2D3B45"/>
                </a:solidFill>
                <a:effectLst/>
                <a:latin typeface="Lato Extended"/>
              </a:rPr>
              <a:t>create a board and share it with the Scrum team &amp; coaches</a:t>
            </a:r>
          </a:p>
          <a:p>
            <a:pPr algn="l">
              <a:buFont typeface="Arial" panose="020B0604020202020204" pitchFamily="34" charset="0"/>
              <a:buChar char="•"/>
            </a:pPr>
            <a:r>
              <a:rPr lang="en-GB" sz="2400" b="0" i="0" dirty="0">
                <a:solidFill>
                  <a:srgbClr val="2D3B45"/>
                </a:solidFill>
                <a:effectLst/>
                <a:latin typeface="Lato Extended"/>
              </a:rPr>
              <a:t>set up the product backlog</a:t>
            </a:r>
          </a:p>
          <a:p>
            <a:pPr algn="l">
              <a:buFont typeface="Arial" panose="020B0604020202020204" pitchFamily="34" charset="0"/>
              <a:buChar char="•"/>
            </a:pPr>
            <a:r>
              <a:rPr lang="en-GB" sz="2400" b="0" i="0" dirty="0">
                <a:solidFill>
                  <a:srgbClr val="2D3B45"/>
                </a:solidFill>
                <a:effectLst/>
                <a:latin typeface="Lato Extended"/>
              </a:rPr>
              <a:t>define sprints</a:t>
            </a:r>
          </a:p>
          <a:p>
            <a:pPr algn="l">
              <a:buFont typeface="Arial" panose="020B0604020202020204" pitchFamily="34" charset="0"/>
              <a:buChar char="•"/>
            </a:pPr>
            <a:r>
              <a:rPr lang="en-GB" sz="2400" b="0" i="0" dirty="0">
                <a:solidFill>
                  <a:srgbClr val="2D3B45"/>
                </a:solidFill>
                <a:effectLst/>
                <a:latin typeface="Lato Extended"/>
              </a:rPr>
              <a:t>add tasks and assign deadlines</a:t>
            </a:r>
          </a:p>
          <a:p>
            <a:endParaRPr lang="en-US" sz="2400" dirty="0"/>
          </a:p>
        </p:txBody>
      </p:sp>
      <p:sp>
        <p:nvSpPr>
          <p:cNvPr id="3" name="Slide Number Placeholder 2">
            <a:extLst>
              <a:ext uri="{FF2B5EF4-FFF2-40B4-BE49-F238E27FC236}">
                <a16:creationId xmlns:a16="http://schemas.microsoft.com/office/drawing/2014/main" id="{FBAD1B8C-F0D4-6306-C5DE-6B707005A759}"/>
              </a:ext>
            </a:extLst>
          </p:cNvPr>
          <p:cNvSpPr>
            <a:spLocks noGrp="1"/>
          </p:cNvSpPr>
          <p:nvPr>
            <p:ph type="sldNum" sz="quarter" idx="12"/>
          </p:nvPr>
        </p:nvSpPr>
        <p:spPr/>
        <p:txBody>
          <a:bodyPr/>
          <a:lstStyle/>
          <a:p>
            <a:fld id="{B7527A74-2D87-4307-9531-5A57D9647EEB}" type="slidenum">
              <a:rPr lang="nl-BE" smtClean="0"/>
              <a:pPr/>
              <a:t>12</a:t>
            </a:fld>
            <a:endParaRPr lang="nl-BE"/>
          </a:p>
        </p:txBody>
      </p:sp>
      <p:sp>
        <p:nvSpPr>
          <p:cNvPr id="4" name="Title 3">
            <a:extLst>
              <a:ext uri="{FF2B5EF4-FFF2-40B4-BE49-F238E27FC236}">
                <a16:creationId xmlns:a16="http://schemas.microsoft.com/office/drawing/2014/main" id="{E5E7616B-856B-51C1-E112-AFBE7E7D3B0D}"/>
              </a:ext>
            </a:extLst>
          </p:cNvPr>
          <p:cNvSpPr>
            <a:spLocks noGrp="1"/>
          </p:cNvSpPr>
          <p:nvPr>
            <p:ph type="title"/>
          </p:nvPr>
        </p:nvSpPr>
        <p:spPr/>
        <p:txBody>
          <a:bodyPr/>
          <a:lstStyle/>
          <a:p>
            <a:r>
              <a:rPr lang="nl-BE" dirty="0" err="1"/>
              <a:t>Trello</a:t>
            </a:r>
            <a:endParaRPr lang="en-US" dirty="0"/>
          </a:p>
        </p:txBody>
      </p:sp>
      <p:sp>
        <p:nvSpPr>
          <p:cNvPr id="5" name="Date Placeholder 4">
            <a:extLst>
              <a:ext uri="{FF2B5EF4-FFF2-40B4-BE49-F238E27FC236}">
                <a16:creationId xmlns:a16="http://schemas.microsoft.com/office/drawing/2014/main" id="{0EFBD3CC-7C24-D635-7999-D3BAF6E55010}"/>
              </a:ext>
            </a:extLst>
          </p:cNvPr>
          <p:cNvSpPr>
            <a:spLocks noGrp="1"/>
          </p:cNvSpPr>
          <p:nvPr>
            <p:ph type="dt" sz="half" idx="10"/>
          </p:nvPr>
        </p:nvSpPr>
        <p:spPr/>
        <p:txBody>
          <a:bodyPr/>
          <a:lstStyle/>
          <a:p>
            <a:fld id="{EEB9FFE0-59FF-4E33-9CF1-FBB947891542}" type="datetime1">
              <a:rPr lang="en-US" smtClean="0"/>
              <a:t>11/6/2024</a:t>
            </a:fld>
            <a:endParaRPr lang="nl-BE" dirty="0"/>
          </a:p>
        </p:txBody>
      </p:sp>
      <p:sp>
        <p:nvSpPr>
          <p:cNvPr id="6" name="Footer Placeholder 5">
            <a:extLst>
              <a:ext uri="{FF2B5EF4-FFF2-40B4-BE49-F238E27FC236}">
                <a16:creationId xmlns:a16="http://schemas.microsoft.com/office/drawing/2014/main" id="{9A40B647-8734-3FE3-1512-D9184C38E6BB}"/>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3587947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A5243B-8672-5ABE-DB9F-9DA908D34BCE}"/>
              </a:ext>
            </a:extLst>
          </p:cNvPr>
          <p:cNvSpPr>
            <a:spLocks noGrp="1"/>
          </p:cNvSpPr>
          <p:nvPr>
            <p:ph type="body" sz="quarter" idx="17"/>
          </p:nvPr>
        </p:nvSpPr>
        <p:spPr>
          <a:xfrm>
            <a:off x="1050131" y="2354401"/>
            <a:ext cx="16575629" cy="6952316"/>
          </a:xfrm>
        </p:spPr>
        <p:txBody>
          <a:bodyPr/>
          <a:lstStyle/>
          <a:p>
            <a:r>
              <a:rPr lang="en-GB" sz="2800" dirty="0"/>
              <a:t>… </a:t>
            </a:r>
          </a:p>
          <a:p>
            <a:endParaRPr lang="en-US" sz="2400" dirty="0"/>
          </a:p>
          <a:p>
            <a:endParaRPr lang="en-US" sz="2400" dirty="0"/>
          </a:p>
        </p:txBody>
      </p:sp>
      <p:sp>
        <p:nvSpPr>
          <p:cNvPr id="3" name="Slide Number Placeholder 2">
            <a:extLst>
              <a:ext uri="{FF2B5EF4-FFF2-40B4-BE49-F238E27FC236}">
                <a16:creationId xmlns:a16="http://schemas.microsoft.com/office/drawing/2014/main" id="{687807E9-46BA-9880-1774-1D9CF08A4C7F}"/>
              </a:ext>
            </a:extLst>
          </p:cNvPr>
          <p:cNvSpPr>
            <a:spLocks noGrp="1"/>
          </p:cNvSpPr>
          <p:nvPr>
            <p:ph type="sldNum" sz="quarter" idx="12"/>
          </p:nvPr>
        </p:nvSpPr>
        <p:spPr/>
        <p:txBody>
          <a:bodyPr/>
          <a:lstStyle/>
          <a:p>
            <a:fld id="{B7527A74-2D87-4307-9531-5A57D9647EEB}" type="slidenum">
              <a:rPr lang="nl-BE" smtClean="0"/>
              <a:pPr/>
              <a:t>13</a:t>
            </a:fld>
            <a:endParaRPr lang="nl-BE"/>
          </a:p>
        </p:txBody>
      </p:sp>
      <p:sp>
        <p:nvSpPr>
          <p:cNvPr id="4" name="Title 3">
            <a:extLst>
              <a:ext uri="{FF2B5EF4-FFF2-40B4-BE49-F238E27FC236}">
                <a16:creationId xmlns:a16="http://schemas.microsoft.com/office/drawing/2014/main" id="{026BEFCD-EDE0-5FD7-36B6-8F9E508FC51F}"/>
              </a:ext>
            </a:extLst>
          </p:cNvPr>
          <p:cNvSpPr>
            <a:spLocks noGrp="1"/>
          </p:cNvSpPr>
          <p:nvPr>
            <p:ph type="title"/>
          </p:nvPr>
        </p:nvSpPr>
        <p:spPr/>
        <p:txBody>
          <a:bodyPr/>
          <a:lstStyle/>
          <a:p>
            <a:r>
              <a:rPr lang="en-US" dirty="0"/>
              <a:t>Trello </a:t>
            </a:r>
          </a:p>
        </p:txBody>
      </p:sp>
      <p:sp>
        <p:nvSpPr>
          <p:cNvPr id="5" name="Date Placeholder 4">
            <a:extLst>
              <a:ext uri="{FF2B5EF4-FFF2-40B4-BE49-F238E27FC236}">
                <a16:creationId xmlns:a16="http://schemas.microsoft.com/office/drawing/2014/main" id="{1E21A9C9-295F-6E47-A438-CE3227A17C20}"/>
              </a:ext>
            </a:extLst>
          </p:cNvPr>
          <p:cNvSpPr>
            <a:spLocks noGrp="1"/>
          </p:cNvSpPr>
          <p:nvPr>
            <p:ph type="dt" sz="half" idx="10"/>
          </p:nvPr>
        </p:nvSpPr>
        <p:spPr/>
        <p:txBody>
          <a:bodyPr/>
          <a:lstStyle/>
          <a:p>
            <a:fld id="{EEB9FFE0-59FF-4E33-9CF1-FBB947891542}" type="datetime1">
              <a:rPr lang="en-US" smtClean="0"/>
              <a:t>11/6/2024</a:t>
            </a:fld>
            <a:endParaRPr lang="nl-BE" dirty="0"/>
          </a:p>
        </p:txBody>
      </p:sp>
      <p:sp>
        <p:nvSpPr>
          <p:cNvPr id="6" name="Footer Placeholder 5">
            <a:extLst>
              <a:ext uri="{FF2B5EF4-FFF2-40B4-BE49-F238E27FC236}">
                <a16:creationId xmlns:a16="http://schemas.microsoft.com/office/drawing/2014/main" id="{D3A3E1CC-CCD9-D14A-F8BD-37BF379AA530}"/>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2775904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AC5DD-3CA4-C3F7-5470-9BEF1C3353D4}"/>
              </a:ext>
            </a:extLst>
          </p:cNvPr>
          <p:cNvSpPr>
            <a:spLocks noGrp="1"/>
          </p:cNvSpPr>
          <p:nvPr>
            <p:ph type="ctrTitle"/>
          </p:nvPr>
        </p:nvSpPr>
        <p:spPr/>
        <p:txBody>
          <a:bodyPr/>
          <a:lstStyle/>
          <a:p>
            <a:r>
              <a:rPr lang="nl-BE" dirty="0" err="1"/>
              <a:t>Table</a:t>
            </a:r>
            <a:r>
              <a:rPr lang="nl-BE" dirty="0"/>
              <a:t> of content</a:t>
            </a:r>
            <a:endParaRPr lang="en-US" dirty="0"/>
          </a:p>
        </p:txBody>
      </p:sp>
      <p:sp>
        <p:nvSpPr>
          <p:cNvPr id="3" name="Subtitle 2">
            <a:extLst>
              <a:ext uri="{FF2B5EF4-FFF2-40B4-BE49-F238E27FC236}">
                <a16:creationId xmlns:a16="http://schemas.microsoft.com/office/drawing/2014/main" id="{D9B96136-46A2-10E3-3E3D-CA5E42D3EA30}"/>
              </a:ext>
            </a:extLst>
          </p:cNvPr>
          <p:cNvSpPr>
            <a:spLocks noGrp="1"/>
          </p:cNvSpPr>
          <p:nvPr>
            <p:ph type="subTitle" idx="1"/>
          </p:nvPr>
        </p:nvSpPr>
        <p:spPr>
          <a:xfrm>
            <a:off x="4954136" y="3432788"/>
            <a:ext cx="12376786" cy="6659479"/>
          </a:xfrm>
        </p:spPr>
        <p:txBody>
          <a:bodyPr/>
          <a:lstStyle/>
          <a:p>
            <a:r>
              <a:rPr lang="en-GB" b="1" dirty="0"/>
              <a:t>Table of content</a:t>
            </a:r>
          </a:p>
          <a:p>
            <a:r>
              <a:rPr lang="en-GB" b="1" dirty="0"/>
              <a:t>Table of content </a:t>
            </a:r>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899062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A250-0160-FAC8-442E-18339C3D9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C9167-89D5-AEC1-5E0A-7454F4E71F5E}"/>
              </a:ext>
            </a:extLst>
          </p:cNvPr>
          <p:cNvSpPr>
            <a:spLocks noGrp="1"/>
          </p:cNvSpPr>
          <p:nvPr>
            <p:ph type="ctrTitle"/>
          </p:nvPr>
        </p:nvSpPr>
        <p:spPr/>
        <p:txBody>
          <a:bodyPr/>
          <a:lstStyle/>
          <a:p>
            <a:r>
              <a:rPr lang="nl-BE" dirty="0" err="1"/>
              <a:t>Table</a:t>
            </a:r>
            <a:r>
              <a:rPr lang="nl-BE" dirty="0"/>
              <a:t> of content</a:t>
            </a:r>
            <a:endParaRPr lang="en-US" dirty="0"/>
          </a:p>
        </p:txBody>
      </p:sp>
      <p:sp>
        <p:nvSpPr>
          <p:cNvPr id="3" name="Subtitle 2">
            <a:extLst>
              <a:ext uri="{FF2B5EF4-FFF2-40B4-BE49-F238E27FC236}">
                <a16:creationId xmlns:a16="http://schemas.microsoft.com/office/drawing/2014/main" id="{C482F696-4D54-B97A-33C8-88C0FAFDC8DB}"/>
              </a:ext>
            </a:extLst>
          </p:cNvPr>
          <p:cNvSpPr>
            <a:spLocks noGrp="1"/>
          </p:cNvSpPr>
          <p:nvPr>
            <p:ph type="subTitle" idx="1"/>
          </p:nvPr>
        </p:nvSpPr>
        <p:spPr>
          <a:xfrm>
            <a:off x="4954136" y="3432788"/>
            <a:ext cx="12376786" cy="6659479"/>
          </a:xfrm>
        </p:spPr>
        <p:txBody>
          <a:bodyPr/>
          <a:lstStyle/>
          <a:p>
            <a:r>
              <a:rPr lang="en-GB" b="1" dirty="0"/>
              <a:t>Table of content</a:t>
            </a:r>
          </a:p>
          <a:p>
            <a:r>
              <a:rPr lang="en-GB" b="1" dirty="0"/>
              <a:t>Table of content </a:t>
            </a:r>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115187519"/>
      </p:ext>
    </p:extLst>
  </p:cSld>
  <p:clrMapOvr>
    <a:masterClrMapping/>
  </p:clrMapOvr>
</p:sld>
</file>

<file path=ppt/theme/theme1.xml><?xml version="1.0" encoding="utf-8"?>
<a:theme xmlns:a="http://schemas.openxmlformats.org/drawingml/2006/main" name="Howest NL">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west EN">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Howest NL met tweede logo">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0185FF4C350E4FBC1D9C6755033037" ma:contentTypeVersion="5" ma:contentTypeDescription="Een nieuw document maken." ma:contentTypeScope="" ma:versionID="54834040f847a9128d07fee6bb87a34f">
  <xsd:schema xmlns:xsd="http://www.w3.org/2001/XMLSchema" xmlns:xs="http://www.w3.org/2001/XMLSchema" xmlns:p="http://schemas.microsoft.com/office/2006/metadata/properties" xmlns:ns2="d374f1f6-a7bc-4ce3-8ce4-dbead62070db" targetNamespace="http://schemas.microsoft.com/office/2006/metadata/properties" ma:root="true" ma:fieldsID="a64fb42c7f0498b8b863d5f220b52cfe" ns2:_="">
    <xsd:import namespace="d374f1f6-a7bc-4ce3-8ce4-dbead62070d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74f1f6-a7bc-4ce3-8ce4-dbead62070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B948370-5113-4053-81DD-76230B49C2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74f1f6-a7bc-4ce3-8ce4-dbead62070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9D7BF5-FA67-45FF-A287-CE11E2521B25}">
  <ds:schemaRefs>
    <ds:schemaRef ds:uri="http://schemas.microsoft.com/office/2006/documentManagement/types"/>
    <ds:schemaRef ds:uri="http://purl.org/dc/dcmitype/"/>
    <ds:schemaRef ds:uri="d374f1f6-a7bc-4ce3-8ce4-dbead62070db"/>
    <ds:schemaRef ds:uri="http://www.w3.org/XML/1998/namespace"/>
    <ds:schemaRef ds:uri="http://purl.org/dc/terms/"/>
    <ds:schemaRef ds:uri="http://purl.org/dc/elements/1.1/"/>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67E805CF-5123-4B02-8348-B20123482E1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11034</TotalTime>
  <Words>330</Words>
  <Application>Microsoft Office PowerPoint</Application>
  <PresentationFormat>Custom</PresentationFormat>
  <Paragraphs>97</Paragraphs>
  <Slides>15</Slides>
  <Notes>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15</vt:i4>
      </vt:variant>
    </vt:vector>
  </HeadingPairs>
  <TitlesOfParts>
    <vt:vector size="23" baseType="lpstr">
      <vt:lpstr>Arial</vt:lpstr>
      <vt:lpstr>Arial Rounded MT Bold</vt:lpstr>
      <vt:lpstr>Calibri</vt:lpstr>
      <vt:lpstr>Calibri Light</vt:lpstr>
      <vt:lpstr>Lato Extended</vt:lpstr>
      <vt:lpstr>Howest NL</vt:lpstr>
      <vt:lpstr>Howest EN</vt:lpstr>
      <vt:lpstr>Howest NL met tweede logo</vt:lpstr>
      <vt:lpstr>Virtual GlobeTrotter Team Project </vt:lpstr>
      <vt:lpstr>Team Role Distribution</vt:lpstr>
      <vt:lpstr>Project Description</vt:lpstr>
      <vt:lpstr>Story points</vt:lpstr>
      <vt:lpstr>Technical solution  Diagram</vt:lpstr>
      <vt:lpstr>Technical solution UI</vt:lpstr>
      <vt:lpstr>Technical solution AI</vt:lpstr>
      <vt:lpstr>Technical solution Database</vt:lpstr>
      <vt:lpstr>Technical solution API</vt:lpstr>
      <vt:lpstr>Technical solution Unity</vt:lpstr>
      <vt:lpstr>Technical solution Connectivity</vt:lpstr>
      <vt:lpstr>Trello</vt:lpstr>
      <vt:lpstr>Trello </vt:lpstr>
      <vt:lpstr>Table of content</vt:lpstr>
      <vt:lpstr>Table of content</vt:lpstr>
    </vt:vector>
  </TitlesOfParts>
  <Company>Howest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regis.le.roy@howest.be</dc:creator>
  <cp:lastModifiedBy>Isabelle Desle</cp:lastModifiedBy>
  <cp:revision>181</cp:revision>
  <dcterms:created xsi:type="dcterms:W3CDTF">2019-05-02T19:50:51Z</dcterms:created>
  <dcterms:modified xsi:type="dcterms:W3CDTF">2024-11-06T19:25:36Z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0x010100AD0185FF4C350E4FBC1D9C6755033037</vt:lpwstr>
  </property>
</Properties>
</file>