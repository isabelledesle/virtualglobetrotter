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 id="2147483710" r:id="rId5"/>
    <p:sldMasterId id="2147483736" r:id="rId6"/>
  </p:sldMasterIdLst>
  <p:notesMasterIdLst>
    <p:notesMasterId r:id="rId21"/>
  </p:notesMasterIdLst>
  <p:handoutMasterIdLst>
    <p:handoutMasterId r:id="rId22"/>
  </p:handoutMasterIdLst>
  <p:sldIdLst>
    <p:sldId id="301" r:id="rId7"/>
    <p:sldId id="302" r:id="rId8"/>
    <p:sldId id="337" r:id="rId9"/>
    <p:sldId id="334" r:id="rId10"/>
    <p:sldId id="338" r:id="rId11"/>
    <p:sldId id="342" r:id="rId12"/>
    <p:sldId id="344" r:id="rId13"/>
    <p:sldId id="341" r:id="rId14"/>
    <p:sldId id="339" r:id="rId15"/>
    <p:sldId id="335" r:id="rId16"/>
    <p:sldId id="340" r:id="rId17"/>
    <p:sldId id="343" r:id="rId18"/>
    <p:sldId id="336" r:id="rId19"/>
    <p:sldId id="332" r:id="rId20"/>
  </p:sldIdLst>
  <p:sldSz cx="18288000" cy="1028700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FFCC"/>
    <a:srgbClr val="FFFFFF"/>
    <a:srgbClr val="44C8F5"/>
    <a:srgbClr val="AFABAB"/>
    <a:srgbClr val="CA483E"/>
    <a:srgbClr val="4472C4"/>
    <a:srgbClr val="E3EA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E60E07-D841-4AE0-9037-9C4FA1B76649}" v="69" dt="2024-11-06T17:12:13.29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0387" autoAdjust="0"/>
  </p:normalViewPr>
  <p:slideViewPr>
    <p:cSldViewPr snapToGrid="0" showGuides="1">
      <p:cViewPr varScale="1">
        <p:scale>
          <a:sx n="60" d="100"/>
          <a:sy n="60" d="100"/>
        </p:scale>
        <p:origin x="1374" y="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howGuides="1">
      <p:cViewPr>
        <p:scale>
          <a:sx n="150" d="100"/>
          <a:sy n="150" d="100"/>
        </p:scale>
        <p:origin x="2454" y="336"/>
      </p:cViewPr>
      <p:guideLst/>
    </p:cSldViewPr>
  </p:notesViewPr>
  <p:gridSpacing cx="719999" cy="719999"/>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d.docs.live.net/7d0bdc8d4b5c7b14/2S1_005_TEAM_PROJECT/STORYPOINT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chemeClr val="bg1"/>
            </a:solidFill>
          </c:spPr>
          <c:dPt>
            <c:idx val="0"/>
            <c:bubble3D val="0"/>
            <c:spPr>
              <a:solidFill>
                <a:schemeClr val="accent4">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4BE7-4430-918B-9C43EE402BBA}"/>
              </c:ext>
            </c:extLst>
          </c:dPt>
          <c:dPt>
            <c:idx val="1"/>
            <c:bubble3D val="0"/>
            <c:spPr>
              <a:solidFill>
                <a:schemeClr val="accent4">
                  <a:lumMod val="60000"/>
                  <a:lumOff val="4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4BE7-4430-918B-9C43EE402BBA}"/>
              </c:ext>
            </c:extLst>
          </c:dPt>
          <c:dPt>
            <c:idx val="2"/>
            <c:bubble3D val="0"/>
            <c:spPr>
              <a:solidFill>
                <a:srgbClr val="CCFFC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4BE7-4430-918B-9C43EE402BBA}"/>
              </c:ext>
            </c:extLst>
          </c:dPt>
          <c:dPt>
            <c:idx val="3"/>
            <c:bubble3D val="0"/>
            <c:spPr>
              <a:solidFill>
                <a:schemeClr val="accent1">
                  <a:lumMod val="20000"/>
                  <a:lumOff val="8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4BE7-4430-918B-9C43EE402BBA}"/>
              </c:ext>
            </c:extLst>
          </c:dPt>
          <c:dPt>
            <c:idx val="4"/>
            <c:bubble3D val="0"/>
            <c:spPr>
              <a:solidFill>
                <a:schemeClr val="accent3">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4BE7-4430-918B-9C43EE402BBA}"/>
              </c:ext>
            </c:extLst>
          </c:dPt>
          <c:dPt>
            <c:idx val="5"/>
            <c:bubble3D val="0"/>
            <c:spPr>
              <a:solidFill>
                <a:srgbClr val="FFFF00"/>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4BE7-4430-918B-9C43EE402BBA}"/>
              </c:ext>
            </c:extLst>
          </c:dPt>
          <c:dPt>
            <c:idx val="6"/>
            <c:bubble3D val="0"/>
            <c:spPr>
              <a:solidFill>
                <a:srgbClr val="FFC000"/>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4BE7-4430-918B-9C43EE402BBA}"/>
              </c:ext>
            </c:extLst>
          </c:dPt>
          <c:dLbls>
            <c:dLbl>
              <c:idx val="4"/>
              <c:layout>
                <c:manualLayout>
                  <c:x val="8.3783245844269411E-2"/>
                  <c:y val="-0.11024132400116661"/>
                </c:manualLayout>
              </c:layout>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4BE7-4430-918B-9C43EE402BBA}"/>
                </c:ext>
              </c:extLst>
            </c:dLbl>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BE"/>
              </a:p>
            </c:txPr>
            <c:dLblPos val="ct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Sheet1!$A$1:$A$7</c:f>
              <c:strCache>
                <c:ptCount val="7"/>
                <c:pt idx="0">
                  <c:v>UI</c:v>
                </c:pt>
                <c:pt idx="1">
                  <c:v>Api</c:v>
                </c:pt>
                <c:pt idx="2">
                  <c:v>Unity</c:v>
                </c:pt>
                <c:pt idx="3">
                  <c:v>AI</c:v>
                </c:pt>
                <c:pt idx="4">
                  <c:v>Documentation</c:v>
                </c:pt>
                <c:pt idx="5">
                  <c:v>Database</c:v>
                </c:pt>
                <c:pt idx="6">
                  <c:v>Connectivity</c:v>
                </c:pt>
              </c:strCache>
            </c:strRef>
          </c:cat>
          <c:val>
            <c:numRef>
              <c:f>Sheet1!$F$1:$F$7</c:f>
              <c:numCache>
                <c:formatCode>General</c:formatCode>
                <c:ptCount val="7"/>
                <c:pt idx="0">
                  <c:v>10</c:v>
                </c:pt>
                <c:pt idx="1">
                  <c:v>24</c:v>
                </c:pt>
                <c:pt idx="2">
                  <c:v>14</c:v>
                </c:pt>
                <c:pt idx="3">
                  <c:v>14</c:v>
                </c:pt>
                <c:pt idx="4">
                  <c:v>3</c:v>
                </c:pt>
                <c:pt idx="5">
                  <c:v>7</c:v>
                </c:pt>
                <c:pt idx="6">
                  <c:v>28</c:v>
                </c:pt>
              </c:numCache>
            </c:numRef>
          </c:val>
          <c:extLst>
            <c:ext xmlns:c16="http://schemas.microsoft.com/office/drawing/2014/chart" uri="{C3380CC4-5D6E-409C-BE32-E72D297353CC}">
              <c16:uniqueId val="{0000000E-4BE7-4430-918B-9C43EE402BBA}"/>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layout>
        <c:manualLayout>
          <c:xMode val="edge"/>
          <c:yMode val="edge"/>
          <c:x val="0.76852941418554799"/>
          <c:y val="0.26854406096701583"/>
          <c:w val="0.22610997235203814"/>
          <c:h val="0.66801000274325284"/>
        </c:manualLayout>
      </c:layout>
      <c:overlay val="0"/>
      <c:spPr>
        <a:noFill/>
        <a:ln>
          <a:noFill/>
        </a:ln>
        <a:effectLst/>
      </c:spPr>
      <c:txPr>
        <a:bodyPr rot="0" spcFirstLastPara="1" vertOverflow="ellipsis" vert="horz" wrap="square" anchor="ctr" anchorCtr="1"/>
        <a:lstStyle/>
        <a:p>
          <a:pPr>
            <a:lnSpc>
              <a:spcPct val="100000"/>
            </a:lnSpc>
            <a:defRPr sz="2400" b="0" i="0" u="none" strike="noStrike" kern="1200" baseline="0">
              <a:solidFill>
                <a:schemeClr val="tx1"/>
              </a:solidFill>
              <a:latin typeface="+mn-lt"/>
              <a:ea typeface="+mn-ea"/>
              <a:cs typeface="+mn-cs"/>
            </a:defRPr>
          </a:pPr>
          <a:endParaRPr lang="en-B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rgbClr val="FFFFFF"/>
    </a:solidFill>
    <a:ln>
      <a:noFill/>
    </a:ln>
    <a:effectLst/>
  </c:spPr>
  <c:txPr>
    <a:bodyPr/>
    <a:lstStyle/>
    <a:p>
      <a:pPr>
        <a:defRPr>
          <a:solidFill>
            <a:schemeClr val="tx1"/>
          </a:solidFill>
        </a:defRPr>
      </a:pPr>
      <a:endParaRPr lang="en-B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49550E8D-2687-4B55-AC6F-1FBD87CF06BB}"/>
              </a:ext>
            </a:extLst>
          </p:cNvPr>
          <p:cNvSpPr>
            <a:spLocks noGrp="1"/>
          </p:cNvSpPr>
          <p:nvPr>
            <p:ph type="hdr" sz="quarter"/>
          </p:nvPr>
        </p:nvSpPr>
        <p:spPr>
          <a:xfrm>
            <a:off x="1505588" y="108502"/>
            <a:ext cx="5539587" cy="216755"/>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a:extLst>
              <a:ext uri="{FF2B5EF4-FFF2-40B4-BE49-F238E27FC236}">
                <a16:creationId xmlns:a16="http://schemas.microsoft.com/office/drawing/2014/main" id="{62C4A80C-7EC9-478E-BFC2-BEAEB6355605}"/>
              </a:ext>
            </a:extLst>
          </p:cNvPr>
          <p:cNvSpPr>
            <a:spLocks noGrp="1"/>
          </p:cNvSpPr>
          <p:nvPr>
            <p:ph type="dt" sz="quarter" idx="1"/>
          </p:nvPr>
        </p:nvSpPr>
        <p:spPr>
          <a:xfrm>
            <a:off x="4633297" y="108502"/>
            <a:ext cx="3962400" cy="216755"/>
          </a:xfrm>
          <a:prstGeom prst="rect">
            <a:avLst/>
          </a:prstGeom>
        </p:spPr>
        <p:txBody>
          <a:bodyPr vert="horz" lIns="91440" tIns="45720" rIns="91440" bIns="45720" rtlCol="0"/>
          <a:lstStyle>
            <a:lvl1pPr algn="r">
              <a:defRPr sz="1200"/>
            </a:lvl1pPr>
          </a:lstStyle>
          <a:p>
            <a:fld id="{B851D6B0-C309-4360-AADA-E0100A701C51}" type="datetimeFigureOut">
              <a:rPr lang="nl-BE" smtClean="0"/>
              <a:t>6/11/2024</a:t>
            </a:fld>
            <a:endParaRPr lang="nl-BE"/>
          </a:p>
        </p:txBody>
      </p:sp>
      <p:sp>
        <p:nvSpPr>
          <p:cNvPr id="4" name="Tijdelijke aanduiding voor voettekst 3">
            <a:extLst>
              <a:ext uri="{FF2B5EF4-FFF2-40B4-BE49-F238E27FC236}">
                <a16:creationId xmlns:a16="http://schemas.microsoft.com/office/drawing/2014/main" id="{EEAA731C-3B25-44FC-ABC1-2A77BCFD587A}"/>
              </a:ext>
            </a:extLst>
          </p:cNvPr>
          <p:cNvSpPr>
            <a:spLocks noGrp="1"/>
          </p:cNvSpPr>
          <p:nvPr>
            <p:ph type="ftr" sz="quarter" idx="2"/>
          </p:nvPr>
        </p:nvSpPr>
        <p:spPr>
          <a:xfrm>
            <a:off x="523045" y="6218916"/>
            <a:ext cx="7043767" cy="216755"/>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509BC4C9-5927-4A4C-9D62-F4FCB8CB3205}"/>
              </a:ext>
            </a:extLst>
          </p:cNvPr>
          <p:cNvSpPr>
            <a:spLocks noGrp="1"/>
          </p:cNvSpPr>
          <p:nvPr>
            <p:ph type="sldNum" sz="quarter" idx="3"/>
          </p:nvPr>
        </p:nvSpPr>
        <p:spPr>
          <a:xfrm>
            <a:off x="8049510" y="6237326"/>
            <a:ext cx="546187" cy="198345"/>
          </a:xfrm>
          <a:prstGeom prst="rect">
            <a:avLst/>
          </a:prstGeom>
        </p:spPr>
        <p:txBody>
          <a:bodyPr vert="horz" lIns="91440" tIns="45720" rIns="91440" bIns="45720" rtlCol="0" anchor="b"/>
          <a:lstStyle>
            <a:lvl1pPr algn="r">
              <a:defRPr sz="1200"/>
            </a:lvl1pPr>
          </a:lstStyle>
          <a:p>
            <a:fld id="{08C79EED-929D-483E-9007-D3F59A4C8C3F}" type="slidenum">
              <a:rPr lang="nl-BE" smtClean="0"/>
              <a:t>‹#›</a:t>
            </a:fld>
            <a:endParaRPr lang="nl-BE"/>
          </a:p>
        </p:txBody>
      </p:sp>
      <p:pic>
        <p:nvPicPr>
          <p:cNvPr id="7" name="Afbeelding 6">
            <a:extLst>
              <a:ext uri="{FF2B5EF4-FFF2-40B4-BE49-F238E27FC236}">
                <a16:creationId xmlns:a16="http://schemas.microsoft.com/office/drawing/2014/main" id="{41A637C1-C271-414F-B837-89650030A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8" name="Rechte verbindingslijn 7">
            <a:extLst>
              <a:ext uri="{FF2B5EF4-FFF2-40B4-BE49-F238E27FC236}">
                <a16:creationId xmlns:a16="http://schemas.microsoft.com/office/drawing/2014/main" id="{2EAA0E41-0FD2-4F96-9F26-A36EB18A8771}"/>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70211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01C07673-66AC-46B1-89BD-061114F0C338}" type="datetimeFigureOut">
              <a:rPr lang="nl-BE" smtClean="0"/>
              <a:t>6/11/2024</a:t>
            </a:fld>
            <a:endParaRPr lang="nl-BE"/>
          </a:p>
        </p:txBody>
      </p:sp>
      <p:sp>
        <p:nvSpPr>
          <p:cNvPr id="4" name="Tijdelijke aanduiding voor dia-afbeelding 3"/>
          <p:cNvSpPr>
            <a:spLocks noGrp="1" noRot="1" noChangeAspect="1"/>
          </p:cNvSpPr>
          <p:nvPr>
            <p:ph type="sldImg" idx="2"/>
          </p:nvPr>
        </p:nvSpPr>
        <p:spPr>
          <a:xfrm>
            <a:off x="615157" y="702310"/>
            <a:ext cx="3996267" cy="2247900"/>
          </a:xfrm>
          <a:prstGeom prst="rect">
            <a:avLst/>
          </a:prstGeom>
          <a:noFill/>
          <a:ln w="12700">
            <a:solidFill>
              <a:prstClr val="black"/>
            </a:solidFill>
          </a:ln>
        </p:spPr>
        <p:txBody>
          <a:bodyPr vert="horz" lIns="91440" tIns="45720" rIns="91440" bIns="45720" rtlCol="0" anchor="ctr"/>
          <a:lstStyle/>
          <a:p>
            <a:endParaRPr lang="nl-BE"/>
          </a:p>
        </p:txBody>
      </p:sp>
      <p:sp>
        <p:nvSpPr>
          <p:cNvPr id="6" name="Tijdelijke aanduiding voor voettekst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6C23E295-A1A5-4488-BC09-D942F81F4A15}" type="slidenum">
              <a:rPr lang="nl-BE" smtClean="0"/>
              <a:t>‹#›</a:t>
            </a:fld>
            <a:endParaRPr lang="nl-BE"/>
          </a:p>
        </p:txBody>
      </p:sp>
      <p:sp>
        <p:nvSpPr>
          <p:cNvPr id="8" name="Tijdelijke aanduiding voor datum 2">
            <a:extLst>
              <a:ext uri="{FF2B5EF4-FFF2-40B4-BE49-F238E27FC236}">
                <a16:creationId xmlns:a16="http://schemas.microsoft.com/office/drawing/2014/main" id="{944846E0-E852-40C1-B969-83476F3B76F7}"/>
              </a:ext>
            </a:extLst>
          </p:cNvPr>
          <p:cNvSpPr txBox="1">
            <a:spLocks/>
          </p:cNvSpPr>
          <p:nvPr/>
        </p:nvSpPr>
        <p:spPr>
          <a:xfrm>
            <a:off x="4633297" y="108502"/>
            <a:ext cx="3962400" cy="216755"/>
          </a:xfrm>
          <a:prstGeom prst="rect">
            <a:avLst/>
          </a:prstGeom>
        </p:spPr>
        <p:txBody>
          <a:bodyPr vert="horz" lIns="91440" tIns="45720" rIns="91440" bIns="45720" rtlCol="0"/>
          <a:lstStyle>
            <a:defPPr>
              <a:defRPr lang="en-US"/>
            </a:defPPr>
            <a:lvl1pPr marL="0" algn="r"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B851D6B0-C309-4360-AADA-E0100A701C51}" type="datetimeFigureOut">
              <a:rPr lang="nl-BE" smtClean="0"/>
              <a:pPr/>
              <a:t>6/11/2024</a:t>
            </a:fld>
            <a:endParaRPr lang="nl-BE"/>
          </a:p>
        </p:txBody>
      </p:sp>
      <p:pic>
        <p:nvPicPr>
          <p:cNvPr id="10" name="Afbeelding 9">
            <a:extLst>
              <a:ext uri="{FF2B5EF4-FFF2-40B4-BE49-F238E27FC236}">
                <a16:creationId xmlns:a16="http://schemas.microsoft.com/office/drawing/2014/main" id="{CABF7A55-6C0F-4E87-AFC0-BB240FFF9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11" name="Rechte verbindingslijn 10">
            <a:extLst>
              <a:ext uri="{FF2B5EF4-FFF2-40B4-BE49-F238E27FC236}">
                <a16:creationId xmlns:a16="http://schemas.microsoft.com/office/drawing/2014/main" id="{0778B21D-7FB4-4703-A374-CC34AE860216}"/>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ijdelijke aanduiding voor notities 4">
            <a:extLst>
              <a:ext uri="{FF2B5EF4-FFF2-40B4-BE49-F238E27FC236}">
                <a16:creationId xmlns:a16="http://schemas.microsoft.com/office/drawing/2014/main" id="{CC94D0D5-1E80-4534-99C4-6E80E3027CAD}"/>
              </a:ext>
            </a:extLst>
          </p:cNvPr>
          <p:cNvSpPr>
            <a:spLocks noGrp="1"/>
          </p:cNvSpPr>
          <p:nvPr>
            <p:ph type="body" sz="quarter" idx="3"/>
          </p:nvPr>
        </p:nvSpPr>
        <p:spPr>
          <a:xfrm>
            <a:off x="615156" y="3043270"/>
            <a:ext cx="8281193" cy="3283879"/>
          </a:xfrm>
          <a:prstGeom prst="rect">
            <a:avLst/>
          </a:prstGeom>
        </p:spPr>
        <p:txBody>
          <a:bodyPr vert="horz" lIns="91440" tIns="45720" rIns="91440" bIns="45720" rtlCol="0"/>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242333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15950" y="701675"/>
            <a:ext cx="3995738" cy="2247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23E295-A1A5-4488-BC09-D942F81F4A15}" type="slidenum">
              <a:rPr lang="nl-BE" smtClean="0"/>
              <a:t>2</a:t>
            </a:fld>
            <a:endParaRPr lang="nl-BE"/>
          </a:p>
        </p:txBody>
      </p:sp>
    </p:spTree>
    <p:extLst>
      <p:ext uri="{BB962C8B-B14F-4D97-AF65-F5344CB8AC3E}">
        <p14:creationId xmlns:p14="http://schemas.microsoft.com/office/powerpoint/2010/main" val="3979624069"/>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1.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udenthowest.sharepoint.com/sites/staff/COMM/SitePages/Huisstijl.aspx"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2.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3.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2.0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hlinkClick r:id="rId9"/>
              </a:rPr>
              <a:t>https://studenthowest.sharepoint.com/sites/staff/COMM/SitePages/Huisstijl.aspx</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4" name="Afbeelding 3">
            <a:extLst>
              <a:ext uri="{FF2B5EF4-FFF2-40B4-BE49-F238E27FC236}">
                <a16:creationId xmlns:a16="http://schemas.microsoft.com/office/drawing/2014/main" id="{5B39836E-004F-43A1-BAE3-C85C57A18D2C}"/>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0736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dirty="0"/>
            </a:br>
            <a:br>
              <a:rPr lang="nl-BE" noProof="0" dirty="0"/>
            </a:br>
            <a:r>
              <a:rPr lang="nl-BE" noProof="0" dirty="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7462994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6711901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756918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3789761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9720300-64FC-4FDF-A2A5-59CA95955096}" type="datetime1">
              <a:rPr lang="en-US" noProof="0" smtClean="0"/>
              <a:t>11/6/2024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noProof="0" smtClean="0"/>
              <a:pPr/>
              <a:t>‹#›</a:t>
            </a:fld>
            <a:endParaRPr lang="nl-BE" noProof="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015177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0A3E81-D504-487D-AF03-819239CC2C0A}" type="datetime1">
              <a:rPr lang="en-US" noProof="0" smtClean="0"/>
              <a:t>11/6/2024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1613752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EB9FFE0-59FF-4E33-9CF1-FBB947891542}"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02834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41BA17A-667C-4D93-9EEB-CE8CDA12C775}"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17018830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128AA3D-AAC1-445D-BF00-34BE9318455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1238711"/>
      </p:ext>
    </p:extLst>
  </p:cSld>
  <p:clrMapOvr>
    <a:masterClrMapping/>
  </p:clrMapOvr>
  <p:extLst>
    <p:ext uri="{DCECCB84-F9BA-43D5-87BE-67443E8EF086}">
      <p15:sldGuideLst xmlns:p15="http://schemas.microsoft.com/office/powerpoint/2012/main">
        <p15:guide id="4" pos="1109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A7F3E6C-1FA8-4436-B106-74EF80D4CB7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15514383"/>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D3179D-58B1-412C-8CF3-7F545738F87E}"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163273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4B97197-FFCB-4B16-835A-2E5828717164}"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23719073"/>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7F542A-B82F-4E83-93DC-863E9FDE82F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9673714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06F617-AD80-4738-B25F-A7D3E15B75F3}"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2051129045"/>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9029510-9E10-4B25-9FB6-88A9124ED31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754770187"/>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E6B3870-FE77-4DBA-8794-2BD2375BCBB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868049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6A9BE76-1D90-489D-803B-8C3CE8B995EE}"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28114513"/>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2D5572F-3657-4F3F-9A5C-301345760D8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3554308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248EC58-3C6A-408E-BF2C-227E9FD80B06}"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1791551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47EBE1C-EF0C-4E9A-9653-E90EA15E080B}"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9465612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1739908-FECA-4FE2-AD74-D0CA913861BF}"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230516"/>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93C465A-EC76-414B-9AD8-6A6333FC2869}"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519207618"/>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8EF92A3-2E01-4870-AD04-3328FB554419}"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7979155"/>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8F9C85E-C406-457F-91F3-E2C7AB2700D0}"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76262081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5868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CB240C3F-0CBE-43DA-B915-ADD14E9397EB}"/>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727203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65262"/>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en-GB" noProof="0"/>
            </a:br>
            <a:br>
              <a:rPr lang="en-GB" noProof="0"/>
            </a:br>
            <a:r>
              <a:rPr lang="en-GB"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Ondertitel tekst</a:t>
            </a:r>
          </a:p>
        </p:txBody>
      </p:sp>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pic>
        <p:nvPicPr>
          <p:cNvPr id="12" name="Graphic 11">
            <a:extLst>
              <a:ext uri="{FF2B5EF4-FFF2-40B4-BE49-F238E27FC236}">
                <a16:creationId xmlns:a16="http://schemas.microsoft.com/office/drawing/2014/main" id="{CAD32F27-0931-4A36-A228-C5DD842F3585}"/>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7001" y="357904"/>
            <a:ext cx="7601331" cy="3895344"/>
          </a:xfrm>
          <a:prstGeom prst="rect">
            <a:avLst/>
          </a:prstGeom>
        </p:spPr>
      </p:pic>
    </p:spTree>
    <p:extLst>
      <p:ext uri="{BB962C8B-B14F-4D97-AF65-F5344CB8AC3E}">
        <p14:creationId xmlns:p14="http://schemas.microsoft.com/office/powerpoint/2010/main" val="354345904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en-GB"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Klikken om de ondertitelstijl </a:t>
            </a:r>
          </a:p>
          <a:p>
            <a:r>
              <a:rPr lang="en-GB" noProof="0"/>
              <a:t>van het model </a:t>
            </a:r>
          </a:p>
          <a:p>
            <a:r>
              <a:rPr lang="en-GB" noProof="0"/>
              <a:t>te bewerken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F7EE5D66-D7E4-4BDC-948E-FA0C01C6A52A}"/>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32904365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en-GB" noProof="0"/>
              <a:t>“Klik om quote </a:t>
            </a:r>
            <a:br>
              <a:rPr lang="en-GB" noProof="0"/>
            </a:br>
            <a:r>
              <a:rPr lang="en-GB"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 om de Naam en Voornaam in te voegen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30A4158E-317F-4A86-B1B9-6DBC4007AC4B}"/>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2837089186"/>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en-GB"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Agendapunt 1</a:t>
            </a:r>
          </a:p>
          <a:p>
            <a:r>
              <a:rPr lang="en-GB" noProof="0"/>
              <a:t>Agendapunt 2</a:t>
            </a:r>
          </a:p>
          <a:p>
            <a:r>
              <a:rPr lang="en-GB" noProof="0"/>
              <a:t>Agendapunt 3</a:t>
            </a:r>
          </a:p>
          <a:p>
            <a:r>
              <a:rPr lang="en-GB" noProof="0"/>
              <a:t>Agendapunt 4</a:t>
            </a:r>
          </a:p>
          <a:p>
            <a:r>
              <a:rPr lang="en-GB" noProof="0"/>
              <a:t>Agendapunt 5</a:t>
            </a:r>
          </a:p>
          <a:p>
            <a:r>
              <a:rPr lang="en-GB" noProof="0"/>
              <a:t>Agendapunt 6</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9B1B0592-CA51-4965-AEB9-DEFB73DA845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1097409208"/>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BB152F7-B62B-4B05-8621-F14388A73947}"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017041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4E84467-467C-4DBA-A9F6-A4B59E674B2C}"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7884447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41673CC-C382-4A24-B66C-CA49DD795765}"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22226488"/>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4AE26A2-BB15-47BB-B9BA-2EA6D471591B}"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en-GB"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0901551"/>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B5AC47E-C401-4DF5-AF15-4C7F99E804C2}"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22381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4EC3A80-7B41-4C70-B3D2-389FE11F1A4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863784025"/>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8CB7556-562F-42BC-9754-9366D2D485FA}"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30449799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90F2DEA-4A67-4D6E-B974-28D39E7AFAE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29578281"/>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D399FD-B1A0-4138-9CFD-D2E29FDE6D6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9498615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C63BE49-DF2F-4B26-970E-A1C1E963CD6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172393896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0E8B3A-810F-4E2A-AEC6-267E7BEC001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33260486"/>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368A032-50AE-4924-991C-C411201B1C0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619452"/>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DA5AAF8-4A73-41E5-87BA-33904BA3F9F2}"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9677247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D9C48DD-F70E-48FF-B518-C0A7A934D630}"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48749984"/>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EFAC7F-5269-430B-9710-633BBF9B1F21}"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9398938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5A40F9-5149-4269-8461-C29B408EB9F0}"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37333755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F7F45CC-F39E-4FDE-9F23-89D44B1120F2}"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60713780"/>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480FF68-B993-448A-9E2E-51A2044332C2}"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685532684"/>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NL" dirty="0"/>
              <a:t>Titel</a:t>
            </a:r>
            <a:endParaRPr lang="nl-BE" dirty="0"/>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6B27BC-5CE1-464F-BBFC-535A436349E3}"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103895135"/>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5A71049-980B-479B-9292-9D629336ECBA}"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83348632"/>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341264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5574E764-4DF0-401B-8634-39C5C89BB7CE}"/>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8372444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852464918"/>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a:br>
            <a:br>
              <a:rPr lang="nl-BE" noProof="0"/>
            </a:br>
            <a:r>
              <a:rPr lang="nl-BE"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40040869"/>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35915536"/>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2302743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6447152-B9BF-46CE-9E04-F7984268CC8D}"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4E33BA09-67C0-408C-8B50-3F1EBDFBB6A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28369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8D5EF28-3492-47D1-AF9D-B29698D75997}"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
        <p:nvSpPr>
          <p:cNvPr id="17" name="Slide Number Placeholder 5">
            <a:extLst>
              <a:ext uri="{FF2B5EF4-FFF2-40B4-BE49-F238E27FC236}">
                <a16:creationId xmlns:a16="http://schemas.microsoft.com/office/drawing/2014/main" id="{535CD291-C318-4F7C-BE2D-0968FAAC202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9189965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789BD71-4723-475F-8C03-26AABD915416}"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754E2B3E-4C74-4A6A-953D-C55A6E902B8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709396467"/>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1351D5-27B7-423D-8F01-AEC14CFEDD3E}"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E298B6C7-E64D-451B-B8F5-BDD2AEEBAC0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489056685"/>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3EFFE73-4211-460C-94CD-5260CDAABD6A}"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
        <p:nvSpPr>
          <p:cNvPr id="10" name="Slide Number Placeholder 5">
            <a:extLst>
              <a:ext uri="{FF2B5EF4-FFF2-40B4-BE49-F238E27FC236}">
                <a16:creationId xmlns:a16="http://schemas.microsoft.com/office/drawing/2014/main" id="{E933CE10-84EB-48D5-9DBB-6D5D909491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63498780"/>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735374F2-1986-4242-A657-A3C0D0CA274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
        <p:nvSpPr>
          <p:cNvPr id="8" name="Slide Number Placeholder 5">
            <a:extLst>
              <a:ext uri="{FF2B5EF4-FFF2-40B4-BE49-F238E27FC236}">
                <a16:creationId xmlns:a16="http://schemas.microsoft.com/office/drawing/2014/main" id="{A7541285-D923-49F0-9255-B49296C75D2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170975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8315E83-A5DC-49E5-BEAB-AA004764E640}"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E4EA7E3C-8D96-4688-A34D-5E20B15746F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03536618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26DC1B5-81C7-4C59-8E8C-012A57B63F20}"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9B0C9453-241A-4033-BF7E-32861682715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77616355"/>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23C23C4-8C67-4A3B-AF06-96D3C6B4B6E5}"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2D7ADE46-BC5E-4CF0-A652-DEEBD380AB6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845866888"/>
      </p:ext>
    </p:extLst>
  </p:cSld>
  <p:clrMapOvr>
    <a:masterClrMapping/>
  </p:clrMapOvr>
  <p:extLst>
    <p:ext uri="{DCECCB84-F9BA-43D5-87BE-67443E8EF086}">
      <p15:sldGuideLst xmlns:p15="http://schemas.microsoft.com/office/powerpoint/2012/main"/>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473370-D33F-4580-9E77-0D68F948CC0D}"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
        <p:nvSpPr>
          <p:cNvPr id="13" name="Slide Number Placeholder 5">
            <a:extLst>
              <a:ext uri="{FF2B5EF4-FFF2-40B4-BE49-F238E27FC236}">
                <a16:creationId xmlns:a16="http://schemas.microsoft.com/office/drawing/2014/main" id="{11AD4B49-588B-4FA0-AB7E-1A35BB2C644B}"/>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60589124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EE01433-7EEF-4024-88EE-CB2DC19F160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A7D7A479-4D38-43A0-BAB1-00DE90D031C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591389218"/>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NL"/>
              <a:t>Titel</a:t>
            </a:r>
            <a:endParaRPr lang="en-US" dirty="0"/>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E99CC0C-3257-4B8B-B3CB-FC614266FAB8}"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71E88DA-619D-423F-AE47-6EC96B62FB4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280927994"/>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55AB069-8D40-41C7-9C95-5EBC0846429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5" name="Slide Number Placeholder 5">
            <a:extLst>
              <a:ext uri="{FF2B5EF4-FFF2-40B4-BE49-F238E27FC236}">
                <a16:creationId xmlns:a16="http://schemas.microsoft.com/office/drawing/2014/main" id="{373E7580-50F0-4BA7-B9B0-F25DEFBE5C9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258748530"/>
      </p:ext>
    </p:extLst>
  </p:cSld>
  <p:clrMapOvr>
    <a:masterClrMapping/>
  </p:clrMapOvr>
  <p:extLst>
    <p:ext uri="{DCECCB84-F9BA-43D5-87BE-67443E8EF086}">
      <p15:sldGuideLst xmlns:p15="http://schemas.microsoft.com/office/powerpoint/2012/main"/>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1FADC31-DF19-4E82-B9A1-1709377CF91C}"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6" name="Slide Number Placeholder 5">
            <a:extLst>
              <a:ext uri="{FF2B5EF4-FFF2-40B4-BE49-F238E27FC236}">
                <a16:creationId xmlns:a16="http://schemas.microsoft.com/office/drawing/2014/main" id="{B322D117-B4F5-4509-AFFC-9390DA3CF0C5}"/>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88011576"/>
      </p:ext>
    </p:extLst>
  </p:cSld>
  <p:clrMapOvr>
    <a:masterClrMapping/>
  </p:clrMapOvr>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40578E3-E413-4EDA-919A-E711947C5525}"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8" name="Slide Number Placeholder 5">
            <a:extLst>
              <a:ext uri="{FF2B5EF4-FFF2-40B4-BE49-F238E27FC236}">
                <a16:creationId xmlns:a16="http://schemas.microsoft.com/office/drawing/2014/main" id="{C4CEE009-8E85-4C17-8940-2ECFA7416A87}"/>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298399701"/>
      </p:ext>
    </p:extLst>
  </p:cSld>
  <p:clrMapOvr>
    <a:masterClrMapping/>
  </p:clrMapOvr>
  <p:extLst>
    <p:ext uri="{DCECCB84-F9BA-43D5-87BE-67443E8EF086}">
      <p15:sldGuideLst xmlns:p15="http://schemas.microsoft.com/office/powerpoint/2012/main"/>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902AF8F-BED1-496F-9592-5DAFC0AB6509}"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0B746D04-F8B5-4633-8AF7-A2B6C081559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145390681"/>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DC8FCE1-8277-4F98-941D-9725904A7544}"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BB1B3D76-87F5-4241-8BC7-B14883BF9B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9027203"/>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A637D1B-2350-4E66-888C-D6455256F990}"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7FE107D6-62B0-4C84-B71F-6083B8886F2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76699492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6BFC5FE-F283-4942-B53A-F72EF2538FA5}"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C622672D-881A-46AD-85C1-7DDEFA005E4F}"/>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375719772"/>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06B12BF-766E-4014-83A5-42CE40DCD2F1}"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298E6EB-9C9F-42C7-9A88-763E9F891878}"/>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41883746"/>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762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29" Type="http://schemas.openxmlformats.org/officeDocument/2006/relationships/image" Target="../media/image14.sv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image" Target="../media/image13.png"/><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18" Type="http://schemas.openxmlformats.org/officeDocument/2006/relationships/slideLayout" Target="../slideLayouts/slideLayout70.xml"/><Relationship Id="rId26" Type="http://schemas.openxmlformats.org/officeDocument/2006/relationships/slideLayout" Target="../slideLayouts/slideLayout78.xml"/><Relationship Id="rId3" Type="http://schemas.openxmlformats.org/officeDocument/2006/relationships/slideLayout" Target="../slideLayouts/slideLayout55.xml"/><Relationship Id="rId21" Type="http://schemas.openxmlformats.org/officeDocument/2006/relationships/slideLayout" Target="../slideLayouts/slideLayout73.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17" Type="http://schemas.openxmlformats.org/officeDocument/2006/relationships/slideLayout" Target="../slideLayouts/slideLayout69.xml"/><Relationship Id="rId25" Type="http://schemas.openxmlformats.org/officeDocument/2006/relationships/slideLayout" Target="../slideLayouts/slideLayout77.xml"/><Relationship Id="rId2" Type="http://schemas.openxmlformats.org/officeDocument/2006/relationships/slideLayout" Target="../slideLayouts/slideLayout54.xml"/><Relationship Id="rId16" Type="http://schemas.openxmlformats.org/officeDocument/2006/relationships/slideLayout" Target="../slideLayouts/slideLayout68.xml"/><Relationship Id="rId20" Type="http://schemas.openxmlformats.org/officeDocument/2006/relationships/slideLayout" Target="../slideLayouts/slideLayout72.xml"/><Relationship Id="rId29" Type="http://schemas.openxmlformats.org/officeDocument/2006/relationships/image" Target="../media/image14.svg"/><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24" Type="http://schemas.openxmlformats.org/officeDocument/2006/relationships/slideLayout" Target="../slideLayouts/slideLayout76.xml"/><Relationship Id="rId5" Type="http://schemas.openxmlformats.org/officeDocument/2006/relationships/slideLayout" Target="../slideLayouts/slideLayout57.xml"/><Relationship Id="rId15" Type="http://schemas.openxmlformats.org/officeDocument/2006/relationships/slideLayout" Target="../slideLayouts/slideLayout67.xml"/><Relationship Id="rId23" Type="http://schemas.openxmlformats.org/officeDocument/2006/relationships/slideLayout" Target="../slideLayouts/slideLayout75.xml"/><Relationship Id="rId28" Type="http://schemas.openxmlformats.org/officeDocument/2006/relationships/image" Target="../media/image13.png"/><Relationship Id="rId10" Type="http://schemas.openxmlformats.org/officeDocument/2006/relationships/slideLayout" Target="../slideLayouts/slideLayout62.xml"/><Relationship Id="rId19" Type="http://schemas.openxmlformats.org/officeDocument/2006/relationships/slideLayout" Target="../slideLayouts/slideLayout71.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slideLayout" Target="../slideLayouts/slideLayout66.xml"/><Relationship Id="rId22" Type="http://schemas.openxmlformats.org/officeDocument/2006/relationships/slideLayout" Target="../slideLayouts/slideLayout74.xml"/><Relationship Id="rId2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C71E187-E4DA-41C1-93D3-90841C153AB8}"/>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50C8E215-5F44-451C-BA9C-4DA6C9B8BA97}" type="datetime1">
              <a:rPr lang="en-US" noProof="0" smtClean="0"/>
              <a:t>11/6/2024</a:t>
            </a:fld>
            <a:endParaRPr lang="nl-BE" noProof="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noProof="0" smtClean="0"/>
              <a:t>‹#›</a:t>
            </a:fld>
            <a:endParaRPr lang="nl-BE" noProof="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Afbeelding 314">
            <a:extLst>
              <a:ext uri="{FF2B5EF4-FFF2-40B4-BE49-F238E27FC236}">
                <a16:creationId xmlns:a16="http://schemas.microsoft.com/office/drawing/2014/main" id="{3BF46849-40DA-4360-9135-DC7B3200D2D2}"/>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15988887" y="9145588"/>
            <a:ext cx="1841761" cy="943903"/>
          </a:xfrm>
          <a:prstGeom prst="rect">
            <a:avLst/>
          </a:prstGeom>
        </p:spPr>
      </p:pic>
    </p:spTree>
    <p:extLst>
      <p:ext uri="{BB962C8B-B14F-4D97-AF65-F5344CB8AC3E}">
        <p14:creationId xmlns:p14="http://schemas.microsoft.com/office/powerpoint/2010/main" val="2587856834"/>
      </p:ext>
    </p:extLst>
  </p:cSld>
  <p:clrMap bg1="lt1" tx1="dk1" bg2="lt2" tx2="dk2" accent1="accent1" accent2="accent2" accent3="accent3" accent4="accent4" accent5="accent5" accent6="accent6" hlink="hlink" folHlink="folHlink"/>
  <p:sldLayoutIdLst>
    <p:sldLayoutId id="2147483707" r:id="rId1"/>
    <p:sldLayoutId id="2147483673" r:id="rId2"/>
    <p:sldLayoutId id="2147483686" r:id="rId3"/>
    <p:sldLayoutId id="2147483708" r:id="rId4"/>
    <p:sldLayoutId id="2147483709" r:id="rId5"/>
    <p:sldLayoutId id="2147483684" r:id="rId6"/>
    <p:sldLayoutId id="2147483696" r:id="rId7"/>
    <p:sldLayoutId id="2147483688" r:id="rId8"/>
    <p:sldLayoutId id="2147483706" r:id="rId9"/>
    <p:sldLayoutId id="2147483697" r:id="rId10"/>
    <p:sldLayoutId id="2147483703" r:id="rId11"/>
    <p:sldLayoutId id="2147483687" r:id="rId12"/>
    <p:sldLayoutId id="2147483702" r:id="rId13"/>
    <p:sldLayoutId id="2147483693" r:id="rId14"/>
    <p:sldLayoutId id="2147483705" r:id="rId15"/>
    <p:sldLayoutId id="2147483698" r:id="rId16"/>
    <p:sldLayoutId id="2147483694" r:id="rId17"/>
    <p:sldLayoutId id="2147483699" r:id="rId18"/>
    <p:sldLayoutId id="2147483695" r:id="rId19"/>
    <p:sldLayoutId id="2147483700" r:id="rId20"/>
    <p:sldLayoutId id="2147483691" r:id="rId21"/>
    <p:sldLayoutId id="2147483704" r:id="rId22"/>
    <p:sldLayoutId id="2147483689" r:id="rId23"/>
    <p:sldLayoutId id="2147483692" r:id="rId24"/>
    <p:sldLayoutId id="2147483685" r:id="rId25"/>
    <p:sldLayoutId id="2147483764"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userDrawn="1">
          <p15:clr>
            <a:srgbClr val="5ACBF0"/>
          </p15:clr>
        </p15:guide>
        <p15:guide id="2" pos="11094" userDrawn="1">
          <p15:clr>
            <a:srgbClr val="5ACBF0"/>
          </p15:clr>
        </p15:guide>
        <p15:guide id="3" pos="5877" userDrawn="1">
          <p15:clr>
            <a:srgbClr val="5ACBF0"/>
          </p15:clr>
        </p15:guide>
        <p15:guide id="4" orient="horz" pos="1475" userDrawn="1">
          <p15:clr>
            <a:srgbClr val="5ACBF0"/>
          </p15:clr>
        </p15:guide>
        <p15:guide id="5" orient="horz" pos="5327" userDrawn="1">
          <p15:clr>
            <a:srgbClr val="5ACBF0"/>
          </p15:clr>
        </p15:guide>
        <p15:guide id="6" orient="horz" pos="5765" userDrawn="1">
          <p15:clr>
            <a:srgbClr val="5ACBF0"/>
          </p15:clr>
        </p15:guide>
        <p15:guide id="7" orient="horz" pos="1037" userDrawn="1">
          <p15:clr>
            <a:srgbClr val="5ACBF0"/>
          </p15:clr>
        </p15:guide>
        <p15:guide id="8" orient="horz" pos="3392"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DF2FF41-9D14-4CCF-A57E-BD51DB27A649}"/>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GB"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DD5E9B05-860A-4510-8E32-7CD4C27F778B}" type="datetime1">
              <a:rPr lang="en-US" smtClean="0"/>
              <a:t>11/6/2024</a:t>
            </a:fld>
            <a:endParaRPr lang="nl-BE"/>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Tree>
    <p:extLst>
      <p:ext uri="{BB962C8B-B14F-4D97-AF65-F5344CB8AC3E}">
        <p14:creationId xmlns:p14="http://schemas.microsoft.com/office/powerpoint/2010/main" val="4172784495"/>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 id="2147483728" r:id="rId18"/>
    <p:sldLayoutId id="2147483729" r:id="rId19"/>
    <p:sldLayoutId id="2147483730" r:id="rId20"/>
    <p:sldLayoutId id="2147483731" r:id="rId21"/>
    <p:sldLayoutId id="2147483732" r:id="rId22"/>
    <p:sldLayoutId id="2147483733" r:id="rId23"/>
    <p:sldLayoutId id="2147483734" r:id="rId24"/>
    <p:sldLayoutId id="2147483735" r:id="rId25"/>
    <p:sldLayoutId id="2147483762"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8" name="balk onderaan">
            <a:extLst>
              <a:ext uri="{FF2B5EF4-FFF2-40B4-BE49-F238E27FC236}">
                <a16:creationId xmlns:a16="http://schemas.microsoft.com/office/drawing/2014/main" id="{1C347D43-E018-4735-A7B3-BBD71DCA569C}"/>
              </a:ext>
            </a:extLst>
          </p:cNvPr>
          <p:cNvSpPr/>
          <p:nvPr userDrawn="1"/>
        </p:nvSpPr>
        <p:spPr>
          <a:xfrm>
            <a:off x="-5644" y="9306131"/>
            <a:ext cx="13481537" cy="552245"/>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 name="connsiteX0" fmla="*/ 0 w 15988888"/>
              <a:gd name="connsiteY0" fmla="*/ 547482 h 548274"/>
              <a:gd name="connsiteX1" fmla="*/ 2507456 w 15988888"/>
              <a:gd name="connsiteY1" fmla="*/ 2176 h 548274"/>
              <a:gd name="connsiteX2" fmla="*/ 15802408 w 15988888"/>
              <a:gd name="connsiteY2" fmla="*/ 586 h 548274"/>
              <a:gd name="connsiteX3" fmla="*/ 15988888 w 15988888"/>
              <a:gd name="connsiteY3" fmla="*/ 0 h 548274"/>
              <a:gd name="connsiteX4" fmla="*/ 15802408 w 15988888"/>
              <a:gd name="connsiteY4" fmla="*/ 548274 h 548274"/>
              <a:gd name="connsiteX5" fmla="*/ 0 w 15988888"/>
              <a:gd name="connsiteY5" fmla="*/ 547482 h 54827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7196 w 13481484"/>
              <a:gd name="connsiteY5" fmla="*/ 549864 h 54986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4394234 w 13481484"/>
              <a:gd name="connsiteY5" fmla="*/ 549863 h 549864"/>
              <a:gd name="connsiteX6" fmla="*/ 7196 w 13481484"/>
              <a:gd name="connsiteY6" fmla="*/ 549864 h 549864"/>
              <a:gd name="connsiteX0" fmla="*/ 2486 w 13481537"/>
              <a:gd name="connsiteY0" fmla="*/ 552245 h 552245"/>
              <a:gd name="connsiteX1" fmla="*/ 105 w 13481537"/>
              <a:gd name="connsiteY1" fmla="*/ 2176 h 552245"/>
              <a:gd name="connsiteX2" fmla="*/ 13295057 w 13481537"/>
              <a:gd name="connsiteY2" fmla="*/ 586 h 552245"/>
              <a:gd name="connsiteX3" fmla="*/ 13481537 w 13481537"/>
              <a:gd name="connsiteY3" fmla="*/ 0 h 552245"/>
              <a:gd name="connsiteX4" fmla="*/ 13295057 w 13481537"/>
              <a:gd name="connsiteY4" fmla="*/ 548274 h 552245"/>
              <a:gd name="connsiteX5" fmla="*/ 4394287 w 13481537"/>
              <a:gd name="connsiteY5" fmla="*/ 549863 h 552245"/>
              <a:gd name="connsiteX6" fmla="*/ 2486 w 13481537"/>
              <a:gd name="connsiteY6" fmla="*/ 552245 h 552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481537" h="552245">
                <a:moveTo>
                  <a:pt x="2486" y="552245"/>
                </a:moveTo>
                <a:cubicBezTo>
                  <a:pt x="3280" y="369682"/>
                  <a:pt x="-689" y="184739"/>
                  <a:pt x="105" y="2176"/>
                </a:cubicBezTo>
                <a:lnTo>
                  <a:pt x="13295057" y="586"/>
                </a:lnTo>
                <a:lnTo>
                  <a:pt x="13481537" y="0"/>
                </a:lnTo>
                <a:lnTo>
                  <a:pt x="13295057" y="548274"/>
                </a:lnTo>
                <a:lnTo>
                  <a:pt x="4394287" y="549863"/>
                </a:lnTo>
                <a:lnTo>
                  <a:pt x="2486" y="552245"/>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highlight>
                <a:srgbClr val="FFFF00"/>
              </a:highlight>
            </a:endParaRPr>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4B13216C-F497-49AA-BEA6-B741E2AD5D8B}" type="datetime1">
              <a:rPr lang="en-US" smtClean="0"/>
              <a:t>11/6/2024</a:t>
            </a:fld>
            <a:endParaRPr lang="nl-BE" dirty="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dirty="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
        <p:nvSpPr>
          <p:cNvPr id="155" name="Rechthoek 154">
            <a:extLst>
              <a:ext uri="{FF2B5EF4-FFF2-40B4-BE49-F238E27FC236}">
                <a16:creationId xmlns:a16="http://schemas.microsoft.com/office/drawing/2014/main" id="{3006AA6B-15EB-4DBD-8F12-1BA7B403185D}"/>
              </a:ext>
            </a:extLst>
          </p:cNvPr>
          <p:cNvSpPr/>
          <p:nvPr userDrawn="1"/>
        </p:nvSpPr>
        <p:spPr>
          <a:xfrm>
            <a:off x="13857675" y="9308422"/>
            <a:ext cx="1714500" cy="54768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err="1"/>
              <a:t>Plaats</a:t>
            </a:r>
            <a:r>
              <a:rPr lang="en-US" sz="1100" dirty="0"/>
              <a:t> logo </a:t>
            </a:r>
            <a:r>
              <a:rPr lang="en-US" sz="1100" dirty="0" err="1"/>
              <a:t>hier</a:t>
            </a:r>
            <a:r>
              <a:rPr lang="en-US" sz="1100" dirty="0"/>
              <a:t> in het </a:t>
            </a:r>
            <a:r>
              <a:rPr lang="en-US" sz="1100" dirty="0" err="1"/>
              <a:t>diamodel</a:t>
            </a:r>
            <a:endParaRPr lang="nl-BE" sz="1100" dirty="0"/>
          </a:p>
        </p:txBody>
      </p:sp>
    </p:spTree>
    <p:extLst>
      <p:ext uri="{BB962C8B-B14F-4D97-AF65-F5344CB8AC3E}">
        <p14:creationId xmlns:p14="http://schemas.microsoft.com/office/powerpoint/2010/main" val="3064038114"/>
      </p:ext>
    </p:extLst>
  </p:cSld>
  <p:clrMap bg1="lt1" tx1="dk1" bg2="lt2" tx2="dk2" accent1="accent1" accent2="accent2" accent3="accent3" accent4="accent4" accent5="accent5" accent6="accent6" hlink="hlink" folHlink="folHlink"/>
  <p:sldLayoutIdLst>
    <p:sldLayoutId id="2147483737" r:id="rId1"/>
    <p:sldLayoutId id="2147483739" r:id="rId2"/>
    <p:sldLayoutId id="2147483738" r:id="rId3"/>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 id="2147483752" r:id="rId16"/>
    <p:sldLayoutId id="2147483753" r:id="rId17"/>
    <p:sldLayoutId id="2147483754" r:id="rId18"/>
    <p:sldLayoutId id="2147483755" r:id="rId19"/>
    <p:sldLayoutId id="2147483756" r:id="rId20"/>
    <p:sldLayoutId id="2147483757" r:id="rId21"/>
    <p:sldLayoutId id="2147483758" r:id="rId22"/>
    <p:sldLayoutId id="2147483759" r:id="rId23"/>
    <p:sldLayoutId id="2147483760" r:id="rId24"/>
    <p:sldLayoutId id="2147483761" r:id="rId25"/>
    <p:sldLayoutId id="2147483763"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7DFF-D181-42D4-181D-90FE2B42896D}"/>
              </a:ext>
            </a:extLst>
          </p:cNvPr>
          <p:cNvSpPr>
            <a:spLocks noGrp="1"/>
          </p:cNvSpPr>
          <p:nvPr>
            <p:ph type="ctrTitle"/>
          </p:nvPr>
        </p:nvSpPr>
        <p:spPr>
          <a:xfrm>
            <a:off x="5149215" y="4078514"/>
            <a:ext cx="12376786" cy="2613650"/>
          </a:xfrm>
        </p:spPr>
        <p:txBody>
          <a:bodyPr/>
          <a:lstStyle/>
          <a:p>
            <a:pPr algn="l"/>
            <a:br>
              <a:rPr lang="nl-NL" dirty="0"/>
            </a:br>
            <a:br>
              <a:rPr lang="en-BE" sz="1800" b="0" i="0" u="none" strike="noStrike" baseline="0" dirty="0">
                <a:solidFill>
                  <a:srgbClr val="000000"/>
                </a:solidFill>
                <a:latin typeface="Calibri" panose="020F0502020204030204" pitchFamily="34" charset="0"/>
              </a:rPr>
            </a:br>
            <a:r>
              <a:rPr lang="en-GB" dirty="0"/>
              <a:t>Virtual </a:t>
            </a:r>
            <a:r>
              <a:rPr lang="en-GB" dirty="0" err="1"/>
              <a:t>GlobeTrotter</a:t>
            </a:r>
            <a:r>
              <a:rPr lang="en-GB" dirty="0"/>
              <a:t> :</a:t>
            </a:r>
            <a:br>
              <a:rPr lang="en-GB" dirty="0"/>
            </a:br>
            <a:r>
              <a:rPr lang="en-GB" dirty="0"/>
              <a:t>Travel and see nice spots </a:t>
            </a:r>
            <a:br>
              <a:rPr lang="en-GB" dirty="0"/>
            </a:br>
            <a:r>
              <a:rPr lang="en-GB" sz="2800" dirty="0"/>
              <a:t>* even when you have to stay home </a:t>
            </a:r>
            <a:endParaRPr lang="en-US" sz="2800" dirty="0"/>
          </a:p>
        </p:txBody>
      </p:sp>
      <p:sp>
        <p:nvSpPr>
          <p:cNvPr id="3" name="Subtitle 2">
            <a:extLst>
              <a:ext uri="{FF2B5EF4-FFF2-40B4-BE49-F238E27FC236}">
                <a16:creationId xmlns:a16="http://schemas.microsoft.com/office/drawing/2014/main" id="{DA6F397F-E896-1BE7-100B-E940321490F1}"/>
              </a:ext>
            </a:extLst>
          </p:cNvPr>
          <p:cNvSpPr>
            <a:spLocks noGrp="1"/>
          </p:cNvSpPr>
          <p:nvPr>
            <p:ph type="subTitle" idx="1"/>
          </p:nvPr>
        </p:nvSpPr>
        <p:spPr>
          <a:xfrm>
            <a:off x="5149215" y="7494269"/>
            <a:ext cx="12376786" cy="2483643"/>
          </a:xfrm>
        </p:spPr>
        <p:txBody>
          <a:bodyPr/>
          <a:lstStyle/>
          <a:p>
            <a:endParaRPr lang="nl-NL" dirty="0"/>
          </a:p>
          <a:p>
            <a:endParaRPr lang="en-US" dirty="0"/>
          </a:p>
          <a:p>
            <a:r>
              <a:rPr lang="en-US" dirty="0"/>
              <a:t>Viola Nguyen </a:t>
            </a:r>
          </a:p>
          <a:p>
            <a:r>
              <a:rPr lang="en-US" dirty="0" err="1"/>
              <a:t>Atvars</a:t>
            </a:r>
            <a:r>
              <a:rPr lang="en-US" dirty="0"/>
              <a:t> </a:t>
            </a:r>
            <a:r>
              <a:rPr lang="en-US" dirty="0" err="1"/>
              <a:t>Apinis</a:t>
            </a:r>
            <a:endParaRPr lang="en-US" dirty="0"/>
          </a:p>
          <a:p>
            <a:r>
              <a:rPr lang="en-US" dirty="0"/>
              <a:t>Isabelle Deslé</a:t>
            </a:r>
          </a:p>
          <a:p>
            <a:r>
              <a:rPr lang="en-US" sz="2800" dirty="0"/>
              <a:t>			</a:t>
            </a:r>
          </a:p>
          <a:p>
            <a:endParaRPr lang="nl-NL" dirty="0"/>
          </a:p>
          <a:p>
            <a:endParaRPr lang="en-US" dirty="0"/>
          </a:p>
        </p:txBody>
      </p:sp>
    </p:spTree>
    <p:extLst>
      <p:ext uri="{BB962C8B-B14F-4D97-AF65-F5344CB8AC3E}">
        <p14:creationId xmlns:p14="http://schemas.microsoft.com/office/powerpoint/2010/main" val="1123400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C5DD-3CA4-C3F7-5470-9BEF1C3353D4}"/>
              </a:ext>
            </a:extLst>
          </p:cNvPr>
          <p:cNvSpPr>
            <a:spLocks noGrp="1"/>
          </p:cNvSpPr>
          <p:nvPr>
            <p:ph type="ctrTitle"/>
          </p:nvPr>
        </p:nvSpPr>
        <p:spPr/>
        <p:txBody>
          <a:bodyPr/>
          <a:lstStyle/>
          <a:p>
            <a:r>
              <a:rPr lang="nl-BE" dirty="0" err="1"/>
              <a:t>Table</a:t>
            </a:r>
            <a:r>
              <a:rPr lang="nl-BE" dirty="0"/>
              <a:t> of content</a:t>
            </a:r>
            <a:endParaRPr lang="en-US" dirty="0"/>
          </a:p>
        </p:txBody>
      </p:sp>
      <p:sp>
        <p:nvSpPr>
          <p:cNvPr id="3" name="Subtitle 2">
            <a:extLst>
              <a:ext uri="{FF2B5EF4-FFF2-40B4-BE49-F238E27FC236}">
                <a16:creationId xmlns:a16="http://schemas.microsoft.com/office/drawing/2014/main" id="{D9B96136-46A2-10E3-3E3D-CA5E42D3EA30}"/>
              </a:ext>
            </a:extLst>
          </p:cNvPr>
          <p:cNvSpPr>
            <a:spLocks noGrp="1"/>
          </p:cNvSpPr>
          <p:nvPr>
            <p:ph type="subTitle" idx="1"/>
          </p:nvPr>
        </p:nvSpPr>
        <p:spPr>
          <a:xfrm>
            <a:off x="4954136" y="3432788"/>
            <a:ext cx="12376786" cy="6659479"/>
          </a:xfrm>
        </p:spPr>
        <p:txBody>
          <a:bodyPr/>
          <a:lstStyle/>
          <a:p>
            <a:r>
              <a:rPr lang="en-GB" b="1" dirty="0"/>
              <a:t>Team Role distribution</a:t>
            </a:r>
          </a:p>
          <a:p>
            <a:r>
              <a:rPr lang="en-GB" b="1" dirty="0"/>
              <a:t>Project Description</a:t>
            </a:r>
          </a:p>
          <a:p>
            <a:r>
              <a:rPr lang="en-GB" b="1" dirty="0"/>
              <a:t>Story Points</a:t>
            </a:r>
          </a:p>
          <a:p>
            <a:r>
              <a:rPr lang="en-GB" b="1" dirty="0"/>
              <a:t>Technical Solution</a:t>
            </a:r>
          </a:p>
          <a:p>
            <a:r>
              <a:rPr lang="en-GB" b="1" dirty="0"/>
              <a:t>Trello</a:t>
            </a: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8990626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B6C5E-0178-B5FE-1D05-75D49D8521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ED60C94-988E-89D1-E3F6-00463D53BD8A}"/>
              </a:ext>
            </a:extLst>
          </p:cNvPr>
          <p:cNvSpPr>
            <a:spLocks noGrp="1"/>
          </p:cNvSpPr>
          <p:nvPr>
            <p:ph type="sldNum" sz="quarter" idx="12"/>
          </p:nvPr>
        </p:nvSpPr>
        <p:spPr/>
        <p:txBody>
          <a:bodyPr/>
          <a:lstStyle/>
          <a:p>
            <a:fld id="{B7527A74-2D87-4307-9531-5A57D9647EEB}" type="slidenum">
              <a:rPr lang="nl-BE" smtClean="0"/>
              <a:pPr/>
              <a:t>3</a:t>
            </a:fld>
            <a:endParaRPr lang="nl-BE"/>
          </a:p>
        </p:txBody>
      </p:sp>
      <p:sp>
        <p:nvSpPr>
          <p:cNvPr id="4" name="Title 3">
            <a:extLst>
              <a:ext uri="{FF2B5EF4-FFF2-40B4-BE49-F238E27FC236}">
                <a16:creationId xmlns:a16="http://schemas.microsoft.com/office/drawing/2014/main" id="{672DAD8B-0ABD-CFEB-3CE1-9F2A26BAC6D0}"/>
              </a:ext>
            </a:extLst>
          </p:cNvPr>
          <p:cNvSpPr>
            <a:spLocks noGrp="1"/>
          </p:cNvSpPr>
          <p:nvPr>
            <p:ph type="title"/>
          </p:nvPr>
        </p:nvSpPr>
        <p:spPr/>
        <p:txBody>
          <a:bodyPr/>
          <a:lstStyle/>
          <a:p>
            <a:r>
              <a:rPr lang="nl-BE" dirty="0"/>
              <a:t>Team </a:t>
            </a:r>
            <a:r>
              <a:rPr lang="nl-BE" dirty="0" err="1"/>
              <a:t>Role</a:t>
            </a:r>
            <a:r>
              <a:rPr lang="nl-BE" dirty="0"/>
              <a:t> Distribution</a:t>
            </a:r>
            <a:endParaRPr lang="en-US" dirty="0"/>
          </a:p>
        </p:txBody>
      </p:sp>
      <p:sp>
        <p:nvSpPr>
          <p:cNvPr id="5" name="Date Placeholder 4">
            <a:extLst>
              <a:ext uri="{FF2B5EF4-FFF2-40B4-BE49-F238E27FC236}">
                <a16:creationId xmlns:a16="http://schemas.microsoft.com/office/drawing/2014/main" id="{03126820-7F9B-41D1-1847-621AF61EDDD3}"/>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3D77B045-7D98-F3BA-F431-D5094AAA205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Table 6">
            <a:extLst>
              <a:ext uri="{FF2B5EF4-FFF2-40B4-BE49-F238E27FC236}">
                <a16:creationId xmlns:a16="http://schemas.microsoft.com/office/drawing/2014/main" id="{E381A0C2-3619-269E-68B3-41B09D916A76}"/>
              </a:ext>
            </a:extLst>
          </p:cNvPr>
          <p:cNvGraphicFramePr>
            <a:graphicFrameLocks noGrp="1"/>
          </p:cNvGraphicFramePr>
          <p:nvPr>
            <p:extLst>
              <p:ext uri="{D42A27DB-BD31-4B8C-83A1-F6EECF244321}">
                <p14:modId xmlns:p14="http://schemas.microsoft.com/office/powerpoint/2010/main" val="3350387795"/>
              </p:ext>
            </p:extLst>
          </p:nvPr>
        </p:nvGraphicFramePr>
        <p:xfrm>
          <a:off x="998692" y="2177448"/>
          <a:ext cx="16476507" cy="8859520"/>
        </p:xfrm>
        <a:graphic>
          <a:graphicData uri="http://schemas.openxmlformats.org/drawingml/2006/table">
            <a:tbl>
              <a:tblPr firstRow="1" bandRow="1">
                <a:tableStyleId>{5C22544A-7EE6-4342-B048-85BDC9FD1C3A}</a:tableStyleId>
              </a:tblPr>
              <a:tblGrid>
                <a:gridCol w="5492169">
                  <a:extLst>
                    <a:ext uri="{9D8B030D-6E8A-4147-A177-3AD203B41FA5}">
                      <a16:colId xmlns:a16="http://schemas.microsoft.com/office/drawing/2014/main" val="1373000918"/>
                    </a:ext>
                  </a:extLst>
                </a:gridCol>
                <a:gridCol w="5492169">
                  <a:extLst>
                    <a:ext uri="{9D8B030D-6E8A-4147-A177-3AD203B41FA5}">
                      <a16:colId xmlns:a16="http://schemas.microsoft.com/office/drawing/2014/main" val="4086320039"/>
                    </a:ext>
                  </a:extLst>
                </a:gridCol>
                <a:gridCol w="5492169">
                  <a:extLst>
                    <a:ext uri="{9D8B030D-6E8A-4147-A177-3AD203B41FA5}">
                      <a16:colId xmlns:a16="http://schemas.microsoft.com/office/drawing/2014/main" val="3944305718"/>
                    </a:ext>
                  </a:extLst>
                </a:gridCol>
              </a:tblGrid>
              <a:tr h="1440180">
                <a:tc>
                  <a:txBody>
                    <a:bodyPr/>
                    <a:lstStyle/>
                    <a:p>
                      <a:pPr algn="ctr"/>
                      <a:r>
                        <a:rPr lang="en-GB" sz="2700" b="1" kern="1200" dirty="0">
                          <a:solidFill>
                            <a:schemeClr val="tx1"/>
                          </a:solidFill>
                          <a:latin typeface="+mn-lt"/>
                          <a:ea typeface="+mn-ea"/>
                          <a:cs typeface="+mn-cs"/>
                        </a:rPr>
                        <a:t>Viola</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GB" sz="2700" b="1" kern="1200" dirty="0" err="1">
                          <a:solidFill>
                            <a:schemeClr val="tx1"/>
                          </a:solidFill>
                          <a:latin typeface="+mn-lt"/>
                          <a:ea typeface="+mn-ea"/>
                          <a:cs typeface="+mn-cs"/>
                        </a:rPr>
                        <a:t>Atvars</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algn="ctr" defTabSz="1371600" rtl="0" eaLnBrk="1" latinLnBrk="0" hangingPunct="1"/>
                      <a:r>
                        <a:rPr lang="en-GB" sz="2700" b="1" kern="1200" dirty="0">
                          <a:solidFill>
                            <a:schemeClr val="tx1"/>
                          </a:solidFill>
                          <a:latin typeface="+mn-lt"/>
                          <a:ea typeface="+mn-ea"/>
                          <a:cs typeface="+mn-cs"/>
                        </a:rPr>
                        <a:t>Isabelle</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4066188"/>
                  </a:ext>
                </a:extLst>
              </a:tr>
              <a:tr h="1440180">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4468152"/>
                  </a:ext>
                </a:extLst>
              </a:tr>
              <a:tr h="94996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0491156"/>
                  </a:ext>
                </a:extLst>
              </a:tr>
              <a:tr h="1440180">
                <a:tc>
                  <a:txBody>
                    <a:bodyPr/>
                    <a:lstStyle/>
                    <a:p>
                      <a:pPr algn="ctr"/>
                      <a:r>
                        <a:rPr lang="en-GB" dirty="0"/>
                        <a:t>Scrum Master </a:t>
                      </a:r>
                    </a:p>
                    <a:p>
                      <a:pPr algn="ctr"/>
                      <a:r>
                        <a:rPr lang="en-GB" dirty="0"/>
                        <a:t>API</a:t>
                      </a:r>
                    </a:p>
                    <a:p>
                      <a:pPr algn="ctr"/>
                      <a:r>
                        <a:rPr lang="en-GB" dirty="0"/>
                        <a:t>UI</a:t>
                      </a:r>
                    </a:p>
                    <a:p>
                      <a:pPr algn="ctr"/>
                      <a:r>
                        <a:rPr lang="en-GB" dirty="0"/>
                        <a:t>Trello</a:t>
                      </a:r>
                    </a:p>
                    <a:p>
                      <a:pPr algn="ctr"/>
                      <a:r>
                        <a:rPr lang="en-GB" dirty="0"/>
                        <a:t>Connectivity</a:t>
                      </a: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Development</a:t>
                      </a:r>
                    </a:p>
                    <a:p>
                      <a:pPr algn="ctr"/>
                      <a:r>
                        <a:rPr lang="en-GB" dirty="0"/>
                        <a:t>AI</a:t>
                      </a:r>
                    </a:p>
                    <a:p>
                      <a:pPr algn="ctr"/>
                      <a:r>
                        <a:rPr lang="en-GB" dirty="0"/>
                        <a:t>Unity</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Product Owner </a:t>
                      </a:r>
                    </a:p>
                    <a:p>
                      <a:pPr algn="ctr"/>
                      <a:r>
                        <a:rPr lang="en-GB" dirty="0"/>
                        <a:t>Database</a:t>
                      </a:r>
                    </a:p>
                    <a:p>
                      <a:pPr algn="ctr"/>
                      <a:r>
                        <a:rPr lang="en-GB" dirty="0"/>
                        <a:t>Documentation</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0141429"/>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26296"/>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5923061"/>
                  </a:ext>
                </a:extLst>
              </a:tr>
            </a:tbl>
          </a:graphicData>
        </a:graphic>
      </p:graphicFrame>
      <p:pic>
        <p:nvPicPr>
          <p:cNvPr id="10" name="Picture 9">
            <a:extLst>
              <a:ext uri="{FF2B5EF4-FFF2-40B4-BE49-F238E27FC236}">
                <a16:creationId xmlns:a16="http://schemas.microsoft.com/office/drawing/2014/main" id="{D0ACA04E-4ABE-026D-7954-9834229DD7EF}"/>
              </a:ext>
            </a:extLst>
          </p:cNvPr>
          <p:cNvPicPr>
            <a:picLocks noChangeAspect="1"/>
          </p:cNvPicPr>
          <p:nvPr/>
        </p:nvPicPr>
        <p:blipFill>
          <a:blip r:embed="rId2"/>
          <a:srcRect t="8274"/>
          <a:stretch/>
        </p:blipFill>
        <p:spPr>
          <a:xfrm>
            <a:off x="7716371" y="2924814"/>
            <a:ext cx="3140269" cy="2869058"/>
          </a:xfrm>
          <a:prstGeom prst="rect">
            <a:avLst/>
          </a:prstGeom>
        </p:spPr>
      </p:pic>
      <p:pic>
        <p:nvPicPr>
          <p:cNvPr id="8" name="Picture 7">
            <a:extLst>
              <a:ext uri="{FF2B5EF4-FFF2-40B4-BE49-F238E27FC236}">
                <a16:creationId xmlns:a16="http://schemas.microsoft.com/office/drawing/2014/main" id="{D8194A9C-E306-9206-027C-A18A6A9ECA75}"/>
              </a:ext>
            </a:extLst>
          </p:cNvPr>
          <p:cNvPicPr>
            <a:picLocks noChangeAspect="1"/>
          </p:cNvPicPr>
          <p:nvPr/>
        </p:nvPicPr>
        <p:blipFill>
          <a:blip r:embed="rId3"/>
          <a:srcRect t="4801" b="5306"/>
          <a:stretch/>
        </p:blipFill>
        <p:spPr>
          <a:xfrm>
            <a:off x="2375324" y="2924814"/>
            <a:ext cx="3012127" cy="2707668"/>
          </a:xfrm>
          <a:prstGeom prst="rect">
            <a:avLst/>
          </a:prstGeom>
        </p:spPr>
      </p:pic>
      <p:pic>
        <p:nvPicPr>
          <p:cNvPr id="12" name="Picture 11">
            <a:extLst>
              <a:ext uri="{FF2B5EF4-FFF2-40B4-BE49-F238E27FC236}">
                <a16:creationId xmlns:a16="http://schemas.microsoft.com/office/drawing/2014/main" id="{6CA01EEF-5DCC-BF97-4DE5-A4E6C944EF6A}"/>
              </a:ext>
            </a:extLst>
          </p:cNvPr>
          <p:cNvPicPr>
            <a:picLocks noChangeAspect="1"/>
          </p:cNvPicPr>
          <p:nvPr/>
        </p:nvPicPr>
        <p:blipFill>
          <a:blip r:embed="rId4"/>
          <a:stretch>
            <a:fillRect/>
          </a:stretch>
        </p:blipFill>
        <p:spPr>
          <a:xfrm>
            <a:off x="13308275" y="2924814"/>
            <a:ext cx="3225478" cy="2788947"/>
          </a:xfrm>
          <a:prstGeom prst="rect">
            <a:avLst/>
          </a:prstGeom>
        </p:spPr>
      </p:pic>
    </p:spTree>
    <p:extLst>
      <p:ext uri="{BB962C8B-B14F-4D97-AF65-F5344CB8AC3E}">
        <p14:creationId xmlns:p14="http://schemas.microsoft.com/office/powerpoint/2010/main" val="4199928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7EE40-09D8-9419-22C8-5D29FD4833E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A9A6AC-34CF-34F6-DC2C-52EBD80E5872}"/>
              </a:ext>
            </a:extLst>
          </p:cNvPr>
          <p:cNvSpPr>
            <a:spLocks noGrp="1"/>
          </p:cNvSpPr>
          <p:nvPr>
            <p:ph type="body" sz="quarter" idx="17"/>
          </p:nvPr>
        </p:nvSpPr>
        <p:spPr>
          <a:xfrm>
            <a:off x="1050131" y="2354401"/>
            <a:ext cx="16575629" cy="6952316"/>
          </a:xfrm>
        </p:spPr>
        <p:txBody>
          <a:bodyPr/>
          <a:lstStyle/>
          <a:p>
            <a:r>
              <a:rPr lang="en-GB" sz="2800" dirty="0"/>
              <a:t>What? 360° AI generated immersion based on voice input to simulate a study trip. </a:t>
            </a:r>
          </a:p>
          <a:p>
            <a:r>
              <a:rPr lang="en-GB" sz="1800" b="0" i="0" u="none" strike="noStrike" baseline="0" dirty="0">
                <a:solidFill>
                  <a:srgbClr val="000000"/>
                </a:solidFill>
                <a:latin typeface="Calibri" panose="020F0502020204030204" pitchFamily="34" charset="0"/>
              </a:rPr>
              <a:t> </a:t>
            </a:r>
            <a:r>
              <a:rPr lang="en-GB" sz="1800" b="0" i="0" u="none" strike="noStrike" baseline="0" dirty="0">
                <a:solidFill>
                  <a:srgbClr val="6F2F9F"/>
                </a:solidFill>
                <a:latin typeface="Calibri" panose="020F0502020204030204" pitchFamily="34" charset="0"/>
              </a:rPr>
              <a:t>The "Virtual Globetrotter" project aims to provide children with an opportunity to experience the world virtually using our immersive room. Children can explore locations using an interactive map. These virtual trips will utilize AI-generated images, speech recognition, and real-time audio to create an immersive and enriching experience. </a:t>
            </a:r>
            <a:endParaRPr lang="en-GB" sz="2800" dirty="0"/>
          </a:p>
          <a:p>
            <a:pPr algn="l"/>
            <a:endParaRPr lang="en-GB" sz="2800" dirty="0"/>
          </a:p>
          <a:p>
            <a:pPr algn="l"/>
            <a:r>
              <a:rPr lang="en-GB" sz="2800" dirty="0"/>
              <a:t>For? Children </a:t>
            </a:r>
            <a:r>
              <a:rPr lang="en-GB" sz="2800" dirty="0">
                <a:solidFill>
                  <a:srgbClr val="FF0000"/>
                </a:solidFill>
              </a:rPr>
              <a:t>around</a:t>
            </a:r>
            <a:r>
              <a:rPr lang="en-GB" sz="2800" dirty="0"/>
              <a:t> </a:t>
            </a:r>
            <a:r>
              <a:rPr lang="en-GB" sz="2800" dirty="0">
                <a:solidFill>
                  <a:srgbClr val="FF0000"/>
                </a:solidFill>
              </a:rPr>
              <a:t>10 yrs? </a:t>
            </a:r>
            <a:endParaRPr lang="en-BE" sz="1800" b="0" i="0" u="none" strike="noStrike" baseline="0" dirty="0">
              <a:solidFill>
                <a:srgbClr val="000000"/>
              </a:solidFill>
              <a:latin typeface="Calibri" panose="020F0502020204030204" pitchFamily="34" charset="0"/>
            </a:endParaRPr>
          </a:p>
          <a:p>
            <a:r>
              <a:rPr lang="en-GB" sz="1800" b="0" i="0" u="none" strike="noStrike" baseline="0" dirty="0">
                <a:solidFill>
                  <a:srgbClr val="000000"/>
                </a:solidFill>
                <a:latin typeface="Calibri" panose="020F0502020204030204" pitchFamily="34" charset="0"/>
              </a:rPr>
              <a:t> </a:t>
            </a:r>
            <a:r>
              <a:rPr lang="en-GB" sz="1800" b="0" i="0" u="none" strike="noStrike" baseline="0" dirty="0">
                <a:solidFill>
                  <a:srgbClr val="6F2F9F"/>
                </a:solidFill>
                <a:latin typeface="Calibri" panose="020F0502020204030204" pitchFamily="34" charset="0"/>
              </a:rPr>
              <a:t>Children who are vulnerable after surgery, during a treatment or because of a disability are not able to go on the trips the school or their family is doing. The child can go into the immersive room and travel to several spots in the world! </a:t>
            </a:r>
          </a:p>
          <a:p>
            <a:r>
              <a:rPr lang="en-GB" sz="2800" dirty="0"/>
              <a:t>Where? Immersive Room in Forum Core </a:t>
            </a:r>
            <a:r>
              <a:rPr lang="en-GB" sz="2800" dirty="0" err="1"/>
              <a:t>Howest</a:t>
            </a:r>
            <a:endParaRPr lang="en-GB" sz="2800" dirty="0"/>
          </a:p>
          <a:p>
            <a:r>
              <a:rPr lang="en-GB" sz="2800" dirty="0"/>
              <a:t>The child is in the immersive room and has a tablet or phone with the user interface connected to the pc in the immersive room. The child chooses a continent shown on the user interface and a 360° image is shown and music  is played corresponding to the choice. </a:t>
            </a:r>
          </a:p>
          <a:p>
            <a:r>
              <a:rPr lang="en-GB" sz="2800" dirty="0"/>
              <a:t>The child is then asked to say a location, landmark or point of interest it wants to explore. For example, the beach, the pyramids or Disneyland. </a:t>
            </a:r>
          </a:p>
          <a:p>
            <a:r>
              <a:rPr lang="en-GB" sz="2800" dirty="0"/>
              <a:t>The voice input is used by an AI model to generate another 360° image to show in the immersive room. </a:t>
            </a:r>
          </a:p>
          <a:p>
            <a:endParaRPr lang="en-GB" sz="2800" dirty="0"/>
          </a:p>
          <a:p>
            <a:endParaRPr lang="en-GB" sz="2800" dirty="0"/>
          </a:p>
          <a:p>
            <a:endParaRPr lang="en-GB" sz="2800" dirty="0"/>
          </a:p>
          <a:p>
            <a:endParaRPr lang="en-US" sz="2400" dirty="0"/>
          </a:p>
          <a:p>
            <a:endParaRPr lang="en-US" sz="2400" dirty="0"/>
          </a:p>
        </p:txBody>
      </p:sp>
      <p:sp>
        <p:nvSpPr>
          <p:cNvPr id="3" name="Slide Number Placeholder 2">
            <a:extLst>
              <a:ext uri="{FF2B5EF4-FFF2-40B4-BE49-F238E27FC236}">
                <a16:creationId xmlns:a16="http://schemas.microsoft.com/office/drawing/2014/main" id="{61B5BCE8-A13B-C3BA-89C3-1EA1968B31C1}"/>
              </a:ext>
            </a:extLst>
          </p:cNvPr>
          <p:cNvSpPr>
            <a:spLocks noGrp="1"/>
          </p:cNvSpPr>
          <p:nvPr>
            <p:ph type="sldNum" sz="quarter" idx="12"/>
          </p:nvPr>
        </p:nvSpPr>
        <p:spPr/>
        <p:txBody>
          <a:bodyPr/>
          <a:lstStyle/>
          <a:p>
            <a:fld id="{B7527A74-2D87-4307-9531-5A57D9647EEB}" type="slidenum">
              <a:rPr lang="nl-BE" smtClean="0"/>
              <a:pPr/>
              <a:t>4</a:t>
            </a:fld>
            <a:endParaRPr lang="nl-BE"/>
          </a:p>
        </p:txBody>
      </p:sp>
      <p:sp>
        <p:nvSpPr>
          <p:cNvPr id="4" name="Title 3">
            <a:extLst>
              <a:ext uri="{FF2B5EF4-FFF2-40B4-BE49-F238E27FC236}">
                <a16:creationId xmlns:a16="http://schemas.microsoft.com/office/drawing/2014/main" id="{9BB91777-2FA9-1F6C-4BC5-1021D63032BF}"/>
              </a:ext>
            </a:extLst>
          </p:cNvPr>
          <p:cNvSpPr>
            <a:spLocks noGrp="1"/>
          </p:cNvSpPr>
          <p:nvPr>
            <p:ph type="title"/>
          </p:nvPr>
        </p:nvSpPr>
        <p:spPr/>
        <p:txBody>
          <a:bodyPr/>
          <a:lstStyle/>
          <a:p>
            <a:r>
              <a:rPr lang="nl-BE" dirty="0"/>
              <a:t>Project </a:t>
            </a:r>
            <a:r>
              <a:rPr lang="nl-BE" dirty="0" err="1"/>
              <a:t>Description</a:t>
            </a:r>
            <a:endParaRPr lang="en-US" dirty="0"/>
          </a:p>
        </p:txBody>
      </p:sp>
      <p:sp>
        <p:nvSpPr>
          <p:cNvPr id="5" name="Date Placeholder 4">
            <a:extLst>
              <a:ext uri="{FF2B5EF4-FFF2-40B4-BE49-F238E27FC236}">
                <a16:creationId xmlns:a16="http://schemas.microsoft.com/office/drawing/2014/main" id="{210E22A0-922F-B011-0A63-903DC39B4B92}"/>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B7435AA6-DC96-4070-C688-A04912AF6062}"/>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159184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E533-2BEA-3395-81C1-182C1974BB7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DB15C2-4C56-C348-F640-AA6F3C43905B}"/>
              </a:ext>
            </a:extLst>
          </p:cNvPr>
          <p:cNvSpPr>
            <a:spLocks noGrp="1"/>
          </p:cNvSpPr>
          <p:nvPr>
            <p:ph type="body" sz="quarter" idx="17"/>
          </p:nvPr>
        </p:nvSpPr>
        <p:spPr>
          <a:xfrm>
            <a:off x="1050131" y="2354401"/>
            <a:ext cx="16575629" cy="6952316"/>
          </a:xfrm>
        </p:spPr>
        <p:txBody>
          <a:bodyPr/>
          <a:lstStyle/>
          <a:p>
            <a:endParaRPr lang="en-US" sz="2400" dirty="0"/>
          </a:p>
        </p:txBody>
      </p:sp>
      <p:sp>
        <p:nvSpPr>
          <p:cNvPr id="3" name="Slide Number Placeholder 2">
            <a:extLst>
              <a:ext uri="{FF2B5EF4-FFF2-40B4-BE49-F238E27FC236}">
                <a16:creationId xmlns:a16="http://schemas.microsoft.com/office/drawing/2014/main" id="{71AF0E3B-A9CD-BE67-C85F-51B4C4DD7C88}"/>
              </a:ext>
            </a:extLst>
          </p:cNvPr>
          <p:cNvSpPr>
            <a:spLocks noGrp="1"/>
          </p:cNvSpPr>
          <p:nvPr>
            <p:ph type="sldNum" sz="quarter" idx="12"/>
          </p:nvPr>
        </p:nvSpPr>
        <p:spPr/>
        <p:txBody>
          <a:bodyPr/>
          <a:lstStyle/>
          <a:p>
            <a:fld id="{B7527A74-2D87-4307-9531-5A57D9647EEB}" type="slidenum">
              <a:rPr lang="nl-BE" smtClean="0"/>
              <a:pPr/>
              <a:t>5</a:t>
            </a:fld>
            <a:endParaRPr lang="nl-BE"/>
          </a:p>
        </p:txBody>
      </p:sp>
      <p:sp>
        <p:nvSpPr>
          <p:cNvPr id="4" name="Title 3">
            <a:extLst>
              <a:ext uri="{FF2B5EF4-FFF2-40B4-BE49-F238E27FC236}">
                <a16:creationId xmlns:a16="http://schemas.microsoft.com/office/drawing/2014/main" id="{F8D43C96-1DE1-54E8-6AB7-9CC1D0E8BD35}"/>
              </a:ext>
            </a:extLst>
          </p:cNvPr>
          <p:cNvSpPr>
            <a:spLocks noGrp="1"/>
          </p:cNvSpPr>
          <p:nvPr>
            <p:ph type="title"/>
          </p:nvPr>
        </p:nvSpPr>
        <p:spPr/>
        <p:txBody>
          <a:bodyPr/>
          <a:lstStyle/>
          <a:p>
            <a:pPr algn="l">
              <a:spcBef>
                <a:spcPts val="900"/>
              </a:spcBef>
              <a:spcAft>
                <a:spcPts val="900"/>
              </a:spcAft>
            </a:pPr>
            <a:r>
              <a:rPr lang="nl-BE" dirty="0"/>
              <a:t>Story points</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6CDDEC78-C84A-2F0D-BAE4-846B3EB66055}"/>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9B64CCA1-2F5D-B34C-B1D7-B6EEB5875DE4}"/>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Chart 6">
            <a:extLst>
              <a:ext uri="{FF2B5EF4-FFF2-40B4-BE49-F238E27FC236}">
                <a16:creationId xmlns:a16="http://schemas.microsoft.com/office/drawing/2014/main" id="{80B49A61-0163-7913-2C2C-346771FA772B}"/>
              </a:ext>
            </a:extLst>
          </p:cNvPr>
          <p:cNvGraphicFramePr>
            <a:graphicFrameLocks/>
          </p:cNvGraphicFramePr>
          <p:nvPr>
            <p:extLst>
              <p:ext uri="{D42A27DB-BD31-4B8C-83A1-F6EECF244321}">
                <p14:modId xmlns:p14="http://schemas.microsoft.com/office/powerpoint/2010/main" val="2563026622"/>
              </p:ext>
            </p:extLst>
          </p:nvPr>
        </p:nvGraphicFramePr>
        <p:xfrm>
          <a:off x="1798320" y="2001521"/>
          <a:ext cx="14214791" cy="730519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00850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F185-3CF4-3768-12C1-8294C676530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163D0A-8E68-1F55-BC9C-E06012637FC2}"/>
              </a:ext>
            </a:extLst>
          </p:cNvPr>
          <p:cNvSpPr>
            <a:spLocks noGrp="1"/>
          </p:cNvSpPr>
          <p:nvPr>
            <p:ph type="body" sz="quarter" idx="17"/>
          </p:nvPr>
        </p:nvSpPr>
        <p:spPr>
          <a:xfrm>
            <a:off x="1050131" y="2354401"/>
            <a:ext cx="16575629" cy="6952316"/>
          </a:xfrm>
        </p:spPr>
        <p:txBody>
          <a:bodyPr/>
          <a:lstStyle/>
          <a:p>
            <a:r>
              <a:rPr lang="en-US" sz="2400" dirty="0">
                <a:solidFill>
                  <a:srgbClr val="FF0000"/>
                </a:solidFill>
              </a:rPr>
              <a:t>To update Thursday 07/11</a:t>
            </a:r>
          </a:p>
        </p:txBody>
      </p:sp>
      <p:sp>
        <p:nvSpPr>
          <p:cNvPr id="3" name="Slide Number Placeholder 2">
            <a:extLst>
              <a:ext uri="{FF2B5EF4-FFF2-40B4-BE49-F238E27FC236}">
                <a16:creationId xmlns:a16="http://schemas.microsoft.com/office/drawing/2014/main" id="{DD6F1887-C342-9BED-7C11-24847A4B7DF7}"/>
              </a:ext>
            </a:extLst>
          </p:cNvPr>
          <p:cNvSpPr>
            <a:spLocks noGrp="1"/>
          </p:cNvSpPr>
          <p:nvPr>
            <p:ph type="sldNum" sz="quarter" idx="12"/>
          </p:nvPr>
        </p:nvSpPr>
        <p:spPr/>
        <p:txBody>
          <a:bodyPr/>
          <a:lstStyle/>
          <a:p>
            <a:fld id="{B7527A74-2D87-4307-9531-5A57D9647EEB}" type="slidenum">
              <a:rPr lang="nl-BE" smtClean="0"/>
              <a:pPr/>
              <a:t>6</a:t>
            </a:fld>
            <a:endParaRPr lang="nl-BE"/>
          </a:p>
        </p:txBody>
      </p:sp>
      <p:sp>
        <p:nvSpPr>
          <p:cNvPr id="4" name="Title 3">
            <a:extLst>
              <a:ext uri="{FF2B5EF4-FFF2-40B4-BE49-F238E27FC236}">
                <a16:creationId xmlns:a16="http://schemas.microsoft.com/office/drawing/2014/main" id="{340D95ED-4063-FD34-D1B6-E8F012F1DBDD}"/>
              </a:ext>
            </a:extLst>
          </p:cNvPr>
          <p:cNvSpPr>
            <a:spLocks noGrp="1"/>
          </p:cNvSpPr>
          <p:nvPr>
            <p:ph type="title"/>
          </p:nvPr>
        </p:nvSpPr>
        <p:spPr/>
        <p:txBody>
          <a:bodyPr/>
          <a:lstStyle/>
          <a:p>
            <a:pPr algn="l">
              <a:spcBef>
                <a:spcPts val="900"/>
              </a:spcBef>
              <a:spcAft>
                <a:spcPts val="900"/>
              </a:spcAft>
            </a:pPr>
            <a:r>
              <a:rPr lang="nl-BE" dirty="0"/>
              <a:t>Technical solution </a:t>
            </a:r>
            <a:br>
              <a:rPr lang="nl-BE" dirty="0"/>
            </a:br>
            <a:r>
              <a:rPr lang="nl-BE" dirty="0"/>
              <a:t>Diagram</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011A2BF6-4B78-F5AB-17A6-ED857BC68F8C}"/>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C5B17DDF-044A-8B5D-DDD1-25BC89D5278F}"/>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a:extLst>
              <a:ext uri="{FF2B5EF4-FFF2-40B4-BE49-F238E27FC236}">
                <a16:creationId xmlns:a16="http://schemas.microsoft.com/office/drawing/2014/main" id="{B82A413C-65DD-A712-90B3-BDF1792E9760}"/>
              </a:ext>
            </a:extLst>
          </p:cNvPr>
          <p:cNvPicPr>
            <a:picLocks noChangeAspect="1"/>
          </p:cNvPicPr>
          <p:nvPr/>
        </p:nvPicPr>
        <p:blipFill>
          <a:blip r:embed="rId2"/>
          <a:stretch>
            <a:fillRect/>
          </a:stretch>
        </p:blipFill>
        <p:spPr>
          <a:xfrm>
            <a:off x="6154648" y="127462"/>
            <a:ext cx="11076076" cy="9179255"/>
          </a:xfrm>
          <a:prstGeom prst="rect">
            <a:avLst/>
          </a:prstGeom>
        </p:spPr>
      </p:pic>
    </p:spTree>
    <p:extLst>
      <p:ext uri="{BB962C8B-B14F-4D97-AF65-F5344CB8AC3E}">
        <p14:creationId xmlns:p14="http://schemas.microsoft.com/office/powerpoint/2010/main" val="3881297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A39AB-9EF4-F998-A587-39D670A3A4D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B3C26B-BB41-D4AF-75E7-72C56A46A863}"/>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r>
              <a:rPr lang="en-GB" sz="1800" b="1" i="0" u="none" strike="noStrike" baseline="0" dirty="0">
                <a:solidFill>
                  <a:srgbClr val="6F2F9F"/>
                </a:solidFill>
                <a:latin typeface="Calibri" panose="020F0502020204030204" pitchFamily="34" charset="0"/>
              </a:rPr>
              <a:t>User Interface</a:t>
            </a:r>
            <a:r>
              <a:rPr lang="en-GB" sz="1800" b="0" i="0" u="none" strike="noStrike" baseline="0" dirty="0">
                <a:solidFill>
                  <a:srgbClr val="6F2F9F"/>
                </a:solidFill>
                <a:latin typeface="Calibri" panose="020F0502020204030204" pitchFamily="34" charset="0"/>
              </a:rPr>
              <a:t>: The focus will be on creating a user-friendly interface that is accessible and enjoyable for children of different ages and abilities. </a:t>
            </a:r>
          </a:p>
          <a:p>
            <a:endParaRPr lang="en-US" sz="2400" dirty="0"/>
          </a:p>
        </p:txBody>
      </p:sp>
      <p:sp>
        <p:nvSpPr>
          <p:cNvPr id="3" name="Slide Number Placeholder 2">
            <a:extLst>
              <a:ext uri="{FF2B5EF4-FFF2-40B4-BE49-F238E27FC236}">
                <a16:creationId xmlns:a16="http://schemas.microsoft.com/office/drawing/2014/main" id="{9E95335C-B74D-2DFA-B7D1-41E3677E3584}"/>
              </a:ext>
            </a:extLst>
          </p:cNvPr>
          <p:cNvSpPr>
            <a:spLocks noGrp="1"/>
          </p:cNvSpPr>
          <p:nvPr>
            <p:ph type="sldNum" sz="quarter" idx="12"/>
          </p:nvPr>
        </p:nvSpPr>
        <p:spPr/>
        <p:txBody>
          <a:bodyPr/>
          <a:lstStyle/>
          <a:p>
            <a:fld id="{B7527A74-2D87-4307-9531-5A57D9647EEB}" type="slidenum">
              <a:rPr lang="nl-BE" smtClean="0"/>
              <a:pPr/>
              <a:t>7</a:t>
            </a:fld>
            <a:endParaRPr lang="nl-BE"/>
          </a:p>
        </p:txBody>
      </p:sp>
      <p:sp>
        <p:nvSpPr>
          <p:cNvPr id="4" name="Title 3">
            <a:extLst>
              <a:ext uri="{FF2B5EF4-FFF2-40B4-BE49-F238E27FC236}">
                <a16:creationId xmlns:a16="http://schemas.microsoft.com/office/drawing/2014/main" id="{FADE4AF2-3D26-6264-8517-963BF9C34C15}"/>
              </a:ext>
            </a:extLst>
          </p:cNvPr>
          <p:cNvSpPr>
            <a:spLocks noGrp="1"/>
          </p:cNvSpPr>
          <p:nvPr>
            <p:ph type="title"/>
          </p:nvPr>
        </p:nvSpPr>
        <p:spPr/>
        <p:txBody>
          <a:bodyPr/>
          <a:lstStyle/>
          <a:p>
            <a:pPr algn="l">
              <a:spcBef>
                <a:spcPts val="900"/>
              </a:spcBef>
              <a:spcAft>
                <a:spcPts val="900"/>
              </a:spcAft>
            </a:pPr>
            <a:r>
              <a:rPr lang="nl-BE" dirty="0"/>
              <a:t>Technical solution UI</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B0A6D2B5-ADD8-E7E8-18EC-C72E184D19AB}"/>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6357F620-1A3E-0B94-CFAD-63A3C3420EA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3396003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0B0B-FFA2-C929-F25F-C14B8D6B1F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3A38C74-95C4-1E3A-8050-7CFB9044B864}"/>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r>
              <a:rPr lang="en-GB" sz="1800" b="1" i="0" u="none" strike="noStrike" baseline="0" dirty="0">
                <a:solidFill>
                  <a:srgbClr val="6F2F9F"/>
                </a:solidFill>
                <a:latin typeface="Calibri" panose="020F0502020204030204" pitchFamily="34" charset="0"/>
              </a:rPr>
              <a:t>AI-Generated Environments</a:t>
            </a:r>
            <a:r>
              <a:rPr lang="en-GB" sz="1800" b="0" i="0" u="none" strike="noStrike" baseline="0" dirty="0">
                <a:solidFill>
                  <a:srgbClr val="6F2F9F"/>
                </a:solidFill>
                <a:latin typeface="Calibri" panose="020F0502020204030204" pitchFamily="34" charset="0"/>
              </a:rPr>
              <a:t>: The chosen locations will be brought to life with AI-generated 360-degree images and videos, offering immersive experiences such as nature (forests, snow-covered landscapes) or cities (Paris, Amsterdam, etc.). </a:t>
            </a:r>
          </a:p>
          <a:p>
            <a:endParaRPr lang="en-US" sz="2400" dirty="0"/>
          </a:p>
          <a:p>
            <a:endParaRPr lang="en-US" sz="2400" dirty="0"/>
          </a:p>
          <a:p>
            <a:pPr algn="l"/>
            <a:r>
              <a:rPr lang="en-GB" sz="1800" dirty="0">
                <a:solidFill>
                  <a:srgbClr val="FF0000"/>
                </a:solidFill>
                <a:latin typeface="Calibri" panose="020F0502020204030204" pitchFamily="34" charset="0"/>
              </a:rPr>
              <a:t>No real time music generation? </a:t>
            </a:r>
            <a:endParaRPr lang="en-BE" sz="1800" b="0" i="0" u="none" strike="noStrike" baseline="0" dirty="0">
              <a:solidFill>
                <a:srgbClr val="FF0000"/>
              </a:solidFill>
              <a:latin typeface="Calibri" panose="020F0502020204030204" pitchFamily="34" charset="0"/>
            </a:endParaRPr>
          </a:p>
          <a:p>
            <a:r>
              <a:rPr lang="en-GB" sz="1800" b="1" i="0" u="none" strike="noStrike" baseline="0" dirty="0">
                <a:solidFill>
                  <a:srgbClr val="FF0000"/>
                </a:solidFill>
                <a:latin typeface="Calibri" panose="020F0502020204030204" pitchFamily="34" charset="0"/>
              </a:rPr>
              <a:t>Real-time Music Generation</a:t>
            </a:r>
            <a:r>
              <a:rPr lang="en-GB" sz="1800" b="0" i="0" u="none" strike="noStrike" baseline="0" dirty="0">
                <a:solidFill>
                  <a:srgbClr val="FF0000"/>
                </a:solidFill>
                <a:latin typeface="Calibri" panose="020F0502020204030204" pitchFamily="34" charset="0"/>
              </a:rPr>
              <a:t>: Background music will be generated in real-time and tailored to match the location and the interactions of the child, adding to the immersive atmosphere. </a:t>
            </a:r>
          </a:p>
          <a:p>
            <a:r>
              <a:rPr lang="en-US" sz="2400" dirty="0"/>
              <a:t>Music? Copyrights? </a:t>
            </a:r>
          </a:p>
        </p:txBody>
      </p:sp>
      <p:sp>
        <p:nvSpPr>
          <p:cNvPr id="3" name="Slide Number Placeholder 2">
            <a:extLst>
              <a:ext uri="{FF2B5EF4-FFF2-40B4-BE49-F238E27FC236}">
                <a16:creationId xmlns:a16="http://schemas.microsoft.com/office/drawing/2014/main" id="{D1DA3D58-6175-B473-8503-B725618396CD}"/>
              </a:ext>
            </a:extLst>
          </p:cNvPr>
          <p:cNvSpPr>
            <a:spLocks noGrp="1"/>
          </p:cNvSpPr>
          <p:nvPr>
            <p:ph type="sldNum" sz="quarter" idx="12"/>
          </p:nvPr>
        </p:nvSpPr>
        <p:spPr/>
        <p:txBody>
          <a:bodyPr/>
          <a:lstStyle/>
          <a:p>
            <a:fld id="{B7527A74-2D87-4307-9531-5A57D9647EEB}" type="slidenum">
              <a:rPr lang="nl-BE" smtClean="0"/>
              <a:pPr/>
              <a:t>8</a:t>
            </a:fld>
            <a:endParaRPr lang="nl-BE"/>
          </a:p>
        </p:txBody>
      </p:sp>
      <p:sp>
        <p:nvSpPr>
          <p:cNvPr id="4" name="Title 3">
            <a:extLst>
              <a:ext uri="{FF2B5EF4-FFF2-40B4-BE49-F238E27FC236}">
                <a16:creationId xmlns:a16="http://schemas.microsoft.com/office/drawing/2014/main" id="{6B63EF4E-A646-1E57-AF86-26DACA43721B}"/>
              </a:ext>
            </a:extLst>
          </p:cNvPr>
          <p:cNvSpPr>
            <a:spLocks noGrp="1"/>
          </p:cNvSpPr>
          <p:nvPr>
            <p:ph type="title"/>
          </p:nvPr>
        </p:nvSpPr>
        <p:spPr/>
        <p:txBody>
          <a:bodyPr/>
          <a:lstStyle/>
          <a:p>
            <a:pPr algn="l">
              <a:spcBef>
                <a:spcPts val="900"/>
              </a:spcBef>
              <a:spcAft>
                <a:spcPts val="900"/>
              </a:spcAft>
            </a:pPr>
            <a:r>
              <a:rPr lang="nl-BE" dirty="0"/>
              <a:t>Technical solution AI</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527E656B-1659-3C38-98CA-4EDC4034E136}"/>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B59BFD75-C010-6621-59E1-2779DF5BBF4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2230606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0090-CF74-5F1A-33A4-CD98EE24FA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A02F548-98C1-9AED-A07F-505B13C5AA94}"/>
              </a:ext>
            </a:extLst>
          </p:cNvPr>
          <p:cNvSpPr>
            <a:spLocks noGrp="1"/>
          </p:cNvSpPr>
          <p:nvPr>
            <p:ph type="body" sz="quarter" idx="17"/>
          </p:nvPr>
        </p:nvSpPr>
        <p:spPr>
          <a:xfrm>
            <a:off x="1050131" y="2354401"/>
            <a:ext cx="16575629" cy="6952316"/>
          </a:xfrm>
        </p:spPr>
        <p:txBody>
          <a:bodyPr/>
          <a:lstStyle/>
          <a:p>
            <a:endParaRPr lang="en-US" sz="2400" dirty="0"/>
          </a:p>
        </p:txBody>
      </p:sp>
      <p:sp>
        <p:nvSpPr>
          <p:cNvPr id="3" name="Slide Number Placeholder 2">
            <a:extLst>
              <a:ext uri="{FF2B5EF4-FFF2-40B4-BE49-F238E27FC236}">
                <a16:creationId xmlns:a16="http://schemas.microsoft.com/office/drawing/2014/main" id="{691D9328-45FA-B100-01F5-E9A959DD3EF9}"/>
              </a:ext>
            </a:extLst>
          </p:cNvPr>
          <p:cNvSpPr>
            <a:spLocks noGrp="1"/>
          </p:cNvSpPr>
          <p:nvPr>
            <p:ph type="sldNum" sz="quarter" idx="12"/>
          </p:nvPr>
        </p:nvSpPr>
        <p:spPr/>
        <p:txBody>
          <a:bodyPr/>
          <a:lstStyle/>
          <a:p>
            <a:fld id="{B7527A74-2D87-4307-9531-5A57D9647EEB}" type="slidenum">
              <a:rPr lang="nl-BE" smtClean="0"/>
              <a:pPr/>
              <a:t>9</a:t>
            </a:fld>
            <a:endParaRPr lang="nl-BE"/>
          </a:p>
        </p:txBody>
      </p:sp>
      <p:sp>
        <p:nvSpPr>
          <p:cNvPr id="4" name="Title 3">
            <a:extLst>
              <a:ext uri="{FF2B5EF4-FFF2-40B4-BE49-F238E27FC236}">
                <a16:creationId xmlns:a16="http://schemas.microsoft.com/office/drawing/2014/main" id="{88E840FC-A6D3-BB96-1E04-1D5261407EF1}"/>
              </a:ext>
            </a:extLst>
          </p:cNvPr>
          <p:cNvSpPr>
            <a:spLocks noGrp="1"/>
          </p:cNvSpPr>
          <p:nvPr>
            <p:ph type="title"/>
          </p:nvPr>
        </p:nvSpPr>
        <p:spPr/>
        <p:txBody>
          <a:bodyPr/>
          <a:lstStyle/>
          <a:p>
            <a:pPr algn="l">
              <a:spcBef>
                <a:spcPts val="900"/>
              </a:spcBef>
              <a:spcAft>
                <a:spcPts val="900"/>
              </a:spcAft>
            </a:pPr>
            <a:r>
              <a:rPr lang="nl-BE" dirty="0"/>
              <a:t>Technical solution Database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2543660B-4F4B-B800-3466-38B38D909BA5}"/>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0A69893E-1264-A110-B4E1-672A8295BEC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a:extLst>
              <a:ext uri="{FF2B5EF4-FFF2-40B4-BE49-F238E27FC236}">
                <a16:creationId xmlns:a16="http://schemas.microsoft.com/office/drawing/2014/main" id="{DF7F0AA2-4954-3786-3D78-FAD710F3B1B2}"/>
              </a:ext>
            </a:extLst>
          </p:cNvPr>
          <p:cNvPicPr>
            <a:picLocks noChangeAspect="1"/>
          </p:cNvPicPr>
          <p:nvPr/>
        </p:nvPicPr>
        <p:blipFill>
          <a:blip r:embed="rId2"/>
          <a:stretch>
            <a:fillRect/>
          </a:stretch>
        </p:blipFill>
        <p:spPr>
          <a:xfrm>
            <a:off x="2149642" y="2817333"/>
            <a:ext cx="14845183" cy="6291235"/>
          </a:xfrm>
          <a:prstGeom prst="rect">
            <a:avLst/>
          </a:prstGeom>
        </p:spPr>
      </p:pic>
    </p:spTree>
    <p:extLst>
      <p:ext uri="{BB962C8B-B14F-4D97-AF65-F5344CB8AC3E}">
        <p14:creationId xmlns:p14="http://schemas.microsoft.com/office/powerpoint/2010/main" val="1429863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B6A66-2547-F2B9-9F69-7C997A7BEFC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D9450-2ED3-8801-1166-89B22FDB21E6}"/>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Symbol" panose="05050102010706020507" pitchFamily="18" charset="2"/>
            </a:endParaRPr>
          </a:p>
          <a:p>
            <a:r>
              <a:rPr lang="en-GB" sz="1800" b="0" i="0" u="none" strike="noStrike" baseline="0" dirty="0">
                <a:solidFill>
                  <a:srgbClr val="6F2F9F"/>
                </a:solidFill>
                <a:latin typeface="Symbol" panose="05050102010706020507" pitchFamily="18" charset="2"/>
              </a:rPr>
              <a:t>• </a:t>
            </a:r>
            <a:r>
              <a:rPr lang="en-GB" sz="1800" b="1" i="0" u="none" strike="noStrike" baseline="0" dirty="0">
                <a:solidFill>
                  <a:srgbClr val="6F2F9F"/>
                </a:solidFill>
                <a:latin typeface="Calibri" panose="020F0502020204030204" pitchFamily="34" charset="0"/>
              </a:rPr>
              <a:t>Dynamic Environment Adaptation via Speech Input</a:t>
            </a:r>
            <a:r>
              <a:rPr lang="en-GB" sz="1800" b="0" i="0" u="none" strike="noStrike" baseline="0" dirty="0">
                <a:solidFill>
                  <a:srgbClr val="6F2F9F"/>
                </a:solidFill>
                <a:latin typeface="Calibri" panose="020F0502020204030204" pitchFamily="34" charset="0"/>
              </a:rPr>
              <a:t>: The environments will dynamically adapt based on the child's spoken input. Speech-to-text technology combined with prompt engineering will ensure that elements in the environment change according to what the child says, making the experience more engaging and interactive. </a:t>
            </a:r>
          </a:p>
          <a:p>
            <a:endParaRPr lang="en-US" sz="2400" dirty="0"/>
          </a:p>
        </p:txBody>
      </p:sp>
      <p:sp>
        <p:nvSpPr>
          <p:cNvPr id="3" name="Slide Number Placeholder 2">
            <a:extLst>
              <a:ext uri="{FF2B5EF4-FFF2-40B4-BE49-F238E27FC236}">
                <a16:creationId xmlns:a16="http://schemas.microsoft.com/office/drawing/2014/main" id="{FDB7A25B-0287-423F-90E8-988277BE176A}"/>
              </a:ext>
            </a:extLst>
          </p:cNvPr>
          <p:cNvSpPr>
            <a:spLocks noGrp="1"/>
          </p:cNvSpPr>
          <p:nvPr>
            <p:ph type="sldNum" sz="quarter" idx="12"/>
          </p:nvPr>
        </p:nvSpPr>
        <p:spPr/>
        <p:txBody>
          <a:bodyPr/>
          <a:lstStyle/>
          <a:p>
            <a:fld id="{B7527A74-2D87-4307-9531-5A57D9647EEB}" type="slidenum">
              <a:rPr lang="nl-BE" smtClean="0"/>
              <a:pPr/>
              <a:t>10</a:t>
            </a:fld>
            <a:endParaRPr lang="nl-BE"/>
          </a:p>
        </p:txBody>
      </p:sp>
      <p:sp>
        <p:nvSpPr>
          <p:cNvPr id="4" name="Title 3">
            <a:extLst>
              <a:ext uri="{FF2B5EF4-FFF2-40B4-BE49-F238E27FC236}">
                <a16:creationId xmlns:a16="http://schemas.microsoft.com/office/drawing/2014/main" id="{2219F869-1906-8D9C-BEBD-0C6FAEC2CA50}"/>
              </a:ext>
            </a:extLst>
          </p:cNvPr>
          <p:cNvSpPr>
            <a:spLocks noGrp="1"/>
          </p:cNvSpPr>
          <p:nvPr>
            <p:ph type="title"/>
          </p:nvPr>
        </p:nvSpPr>
        <p:spPr/>
        <p:txBody>
          <a:bodyPr/>
          <a:lstStyle/>
          <a:p>
            <a:pPr algn="l">
              <a:spcBef>
                <a:spcPts val="900"/>
              </a:spcBef>
              <a:spcAft>
                <a:spcPts val="900"/>
              </a:spcAft>
            </a:pPr>
            <a:r>
              <a:rPr lang="nl-BE" dirty="0"/>
              <a:t>Technical solution API</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6188A3E1-EBD1-1D03-0B13-F89A5E7D6577}"/>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21C01D91-EA49-49FA-EF91-BB7C0B503578}"/>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1310810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5B1F7-E3A0-055D-5F06-C57FB5BEB32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6DDA721-6F4E-FC02-DCBA-61F2C056601F}"/>
              </a:ext>
            </a:extLst>
          </p:cNvPr>
          <p:cNvSpPr>
            <a:spLocks noGrp="1"/>
          </p:cNvSpPr>
          <p:nvPr>
            <p:ph type="body" sz="quarter" idx="17"/>
          </p:nvPr>
        </p:nvSpPr>
        <p:spPr>
          <a:xfrm>
            <a:off x="1050131" y="2354401"/>
            <a:ext cx="16575629" cy="6952316"/>
          </a:xfrm>
        </p:spPr>
        <p:txBody>
          <a:bodyPr/>
          <a:lstStyle/>
          <a:p>
            <a:r>
              <a:rPr lang="en-GB" sz="1800" b="1" i="0" u="none" strike="noStrike" baseline="0" dirty="0">
                <a:solidFill>
                  <a:srgbClr val="6F2F9F"/>
                </a:solidFill>
                <a:latin typeface="Calibri" panose="020F0502020204030204" pitchFamily="34" charset="0"/>
              </a:rPr>
              <a:t>Immersive Room: </a:t>
            </a:r>
            <a:endParaRPr lang="en-GB" sz="1800" b="0" i="0" u="none" strike="noStrike" baseline="0" dirty="0">
              <a:solidFill>
                <a:srgbClr val="6F2F9F"/>
              </a:solidFill>
              <a:latin typeface="Calibri" panose="020F0502020204030204" pitchFamily="34" charset="0"/>
            </a:endParaRPr>
          </a:p>
          <a:p>
            <a:r>
              <a:rPr lang="en-GB" sz="1800" b="0" i="0" u="none" strike="noStrike" baseline="0" dirty="0">
                <a:solidFill>
                  <a:srgbClr val="6F2F9F"/>
                </a:solidFill>
                <a:latin typeface="Calibri" panose="020F0502020204030204" pitchFamily="34" charset="0"/>
              </a:rPr>
              <a:t>• Mobile immersive room (Dome) with 360° projection and audio setup </a:t>
            </a:r>
          </a:p>
          <a:p>
            <a:r>
              <a:rPr lang="en-GB" sz="1800" b="0" i="0" u="none" strike="noStrike" baseline="0" dirty="0">
                <a:solidFill>
                  <a:srgbClr val="6F2F9F"/>
                </a:solidFill>
                <a:latin typeface="Calibri" panose="020F0502020204030204" pitchFamily="34" charset="0"/>
              </a:rPr>
              <a:t>• Dimensions: 5x5 meters with four large white screens, four 8000-lumen projectors, and sound boxes in each corner. Hardware is positioned next to the immersive room. </a:t>
            </a:r>
          </a:p>
          <a:p>
            <a:r>
              <a:rPr lang="en-GB" sz="1800" b="0" i="0" u="none" strike="noStrike" baseline="0" dirty="0">
                <a:solidFill>
                  <a:srgbClr val="6F2F9F"/>
                </a:solidFill>
                <a:latin typeface="Calibri" panose="020F0502020204030204" pitchFamily="34" charset="0"/>
              </a:rPr>
              <a:t>• VIVE trackers for motion tracking </a:t>
            </a:r>
          </a:p>
          <a:p>
            <a:r>
              <a:rPr lang="en-GB" sz="1800" b="0" i="0" u="none" strike="noStrike" baseline="0" dirty="0">
                <a:solidFill>
                  <a:srgbClr val="6F2F9F"/>
                </a:solidFill>
                <a:latin typeface="Calibri" panose="020F0502020204030204" pitchFamily="34" charset="0"/>
              </a:rPr>
              <a:t>• Compatible with Unity, Unreal Engine, and 360-degree videos </a:t>
            </a:r>
          </a:p>
          <a:p>
            <a:endParaRPr lang="en-US" sz="2400" dirty="0"/>
          </a:p>
        </p:txBody>
      </p:sp>
      <p:sp>
        <p:nvSpPr>
          <p:cNvPr id="3" name="Slide Number Placeholder 2">
            <a:extLst>
              <a:ext uri="{FF2B5EF4-FFF2-40B4-BE49-F238E27FC236}">
                <a16:creationId xmlns:a16="http://schemas.microsoft.com/office/drawing/2014/main" id="{2A526D97-163C-4F94-6B4E-774BE1EF7564}"/>
              </a:ext>
            </a:extLst>
          </p:cNvPr>
          <p:cNvSpPr>
            <a:spLocks noGrp="1"/>
          </p:cNvSpPr>
          <p:nvPr>
            <p:ph type="sldNum" sz="quarter" idx="12"/>
          </p:nvPr>
        </p:nvSpPr>
        <p:spPr/>
        <p:txBody>
          <a:bodyPr/>
          <a:lstStyle/>
          <a:p>
            <a:fld id="{B7527A74-2D87-4307-9531-5A57D9647EEB}" type="slidenum">
              <a:rPr lang="nl-BE" smtClean="0"/>
              <a:pPr/>
              <a:t>11</a:t>
            </a:fld>
            <a:endParaRPr lang="nl-BE"/>
          </a:p>
        </p:txBody>
      </p:sp>
      <p:sp>
        <p:nvSpPr>
          <p:cNvPr id="4" name="Title 3">
            <a:extLst>
              <a:ext uri="{FF2B5EF4-FFF2-40B4-BE49-F238E27FC236}">
                <a16:creationId xmlns:a16="http://schemas.microsoft.com/office/drawing/2014/main" id="{DFF4BB8A-5AEE-7D24-30D3-3E5C2AB6C7FF}"/>
              </a:ext>
            </a:extLst>
          </p:cNvPr>
          <p:cNvSpPr>
            <a:spLocks noGrp="1"/>
          </p:cNvSpPr>
          <p:nvPr>
            <p:ph type="title"/>
          </p:nvPr>
        </p:nvSpPr>
        <p:spPr/>
        <p:txBody>
          <a:bodyPr/>
          <a:lstStyle/>
          <a:p>
            <a:pPr algn="l">
              <a:spcBef>
                <a:spcPts val="900"/>
              </a:spcBef>
              <a:spcAft>
                <a:spcPts val="900"/>
              </a:spcAft>
            </a:pPr>
            <a:r>
              <a:rPr lang="nl-BE" dirty="0"/>
              <a:t>Technical solution </a:t>
            </a:r>
            <a:r>
              <a:rPr lang="nl-BE" dirty="0" err="1"/>
              <a:t>Unity</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BBEA1497-6D12-5FAF-019A-E297F14C084A}"/>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CAC8B00A-973C-C8EB-EFBB-EE780EE0BF5B}"/>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1864896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7A5E9-E34F-F409-29F0-517C83CAC3C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582074-F0D4-D736-24A6-F732C8F4EE4C}"/>
              </a:ext>
            </a:extLst>
          </p:cNvPr>
          <p:cNvSpPr>
            <a:spLocks noGrp="1"/>
          </p:cNvSpPr>
          <p:nvPr>
            <p:ph type="body" sz="quarter" idx="17"/>
          </p:nvPr>
        </p:nvSpPr>
        <p:spPr>
          <a:xfrm>
            <a:off x="1050131" y="2354401"/>
            <a:ext cx="16575629" cy="6952316"/>
          </a:xfrm>
        </p:spPr>
        <p:txBody>
          <a:bodyPr/>
          <a:lstStyle/>
          <a:p>
            <a:endParaRPr lang="en-US" sz="2400" dirty="0"/>
          </a:p>
        </p:txBody>
      </p:sp>
      <p:sp>
        <p:nvSpPr>
          <p:cNvPr id="3" name="Slide Number Placeholder 2">
            <a:extLst>
              <a:ext uri="{FF2B5EF4-FFF2-40B4-BE49-F238E27FC236}">
                <a16:creationId xmlns:a16="http://schemas.microsoft.com/office/drawing/2014/main" id="{A241115D-CDFA-8C4F-5A9F-5BEFE27F9475}"/>
              </a:ext>
            </a:extLst>
          </p:cNvPr>
          <p:cNvSpPr>
            <a:spLocks noGrp="1"/>
          </p:cNvSpPr>
          <p:nvPr>
            <p:ph type="sldNum" sz="quarter" idx="12"/>
          </p:nvPr>
        </p:nvSpPr>
        <p:spPr/>
        <p:txBody>
          <a:bodyPr/>
          <a:lstStyle/>
          <a:p>
            <a:fld id="{B7527A74-2D87-4307-9531-5A57D9647EEB}" type="slidenum">
              <a:rPr lang="nl-BE" smtClean="0"/>
              <a:pPr/>
              <a:t>12</a:t>
            </a:fld>
            <a:endParaRPr lang="nl-BE"/>
          </a:p>
        </p:txBody>
      </p:sp>
      <p:sp>
        <p:nvSpPr>
          <p:cNvPr id="4" name="Title 3">
            <a:extLst>
              <a:ext uri="{FF2B5EF4-FFF2-40B4-BE49-F238E27FC236}">
                <a16:creationId xmlns:a16="http://schemas.microsoft.com/office/drawing/2014/main" id="{4C694208-8030-BD4A-90B5-19E8546E92EC}"/>
              </a:ext>
            </a:extLst>
          </p:cNvPr>
          <p:cNvSpPr>
            <a:spLocks noGrp="1"/>
          </p:cNvSpPr>
          <p:nvPr>
            <p:ph type="title"/>
          </p:nvPr>
        </p:nvSpPr>
        <p:spPr/>
        <p:txBody>
          <a:bodyPr/>
          <a:lstStyle/>
          <a:p>
            <a:pPr algn="l">
              <a:spcBef>
                <a:spcPts val="900"/>
              </a:spcBef>
              <a:spcAft>
                <a:spcPts val="900"/>
              </a:spcAft>
            </a:pPr>
            <a:r>
              <a:rPr lang="nl-BE" dirty="0"/>
              <a:t>Technical solution Connectivity</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8143F563-4D1E-B098-05B1-26CCF069FC41}"/>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C428AB42-6F04-6407-AAE8-69498CD16EC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2023299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280FC-C3A7-30A4-16B4-3B098A1B93F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1F71309-77AE-E564-25F8-6BBB15B899C2}"/>
              </a:ext>
            </a:extLst>
          </p:cNvPr>
          <p:cNvSpPr>
            <a:spLocks noGrp="1"/>
          </p:cNvSpPr>
          <p:nvPr>
            <p:ph type="body" sz="quarter" idx="17"/>
          </p:nvPr>
        </p:nvSpPr>
        <p:spPr>
          <a:xfrm>
            <a:off x="1050131" y="2354401"/>
            <a:ext cx="16575629" cy="6952316"/>
          </a:xfrm>
        </p:spPr>
        <p:txBody>
          <a:bodyPr/>
          <a:lstStyle/>
          <a:p>
            <a:pPr algn="l">
              <a:buFont typeface="Arial" panose="020B0604020202020204" pitchFamily="34" charset="0"/>
              <a:buChar char="•"/>
            </a:pPr>
            <a:r>
              <a:rPr lang="en-GB" sz="2400" b="0" i="0" dirty="0">
                <a:solidFill>
                  <a:srgbClr val="2D3B45"/>
                </a:solidFill>
                <a:effectLst/>
                <a:latin typeface="Lato Extended"/>
              </a:rPr>
              <a:t>create a board and share it with the Scrum team &amp; coaches</a:t>
            </a:r>
          </a:p>
          <a:p>
            <a:pPr algn="l">
              <a:buFont typeface="Arial" panose="020B0604020202020204" pitchFamily="34" charset="0"/>
              <a:buChar char="•"/>
            </a:pPr>
            <a:r>
              <a:rPr lang="en-GB" sz="2400" b="0" i="0" dirty="0">
                <a:solidFill>
                  <a:srgbClr val="2D3B45"/>
                </a:solidFill>
                <a:effectLst/>
                <a:latin typeface="Lato Extended"/>
              </a:rPr>
              <a:t>set up the product backlog</a:t>
            </a:r>
          </a:p>
          <a:p>
            <a:pPr algn="l">
              <a:buFont typeface="Arial" panose="020B0604020202020204" pitchFamily="34" charset="0"/>
              <a:buChar char="•"/>
            </a:pPr>
            <a:r>
              <a:rPr lang="en-GB" sz="2400" b="0" i="0" dirty="0">
                <a:solidFill>
                  <a:srgbClr val="2D3B45"/>
                </a:solidFill>
                <a:effectLst/>
                <a:latin typeface="Lato Extended"/>
              </a:rPr>
              <a:t>define sprints</a:t>
            </a:r>
          </a:p>
          <a:p>
            <a:pPr algn="l">
              <a:buFont typeface="Arial" panose="020B0604020202020204" pitchFamily="34" charset="0"/>
              <a:buChar char="•"/>
            </a:pPr>
            <a:r>
              <a:rPr lang="en-GB" sz="2400" b="0" i="0" dirty="0">
                <a:solidFill>
                  <a:srgbClr val="2D3B45"/>
                </a:solidFill>
                <a:effectLst/>
                <a:latin typeface="Lato Extended"/>
              </a:rPr>
              <a:t>add tasks and assign deadlines</a:t>
            </a:r>
          </a:p>
          <a:p>
            <a:endParaRPr lang="en-US" sz="2400" dirty="0"/>
          </a:p>
        </p:txBody>
      </p:sp>
      <p:sp>
        <p:nvSpPr>
          <p:cNvPr id="3" name="Slide Number Placeholder 2">
            <a:extLst>
              <a:ext uri="{FF2B5EF4-FFF2-40B4-BE49-F238E27FC236}">
                <a16:creationId xmlns:a16="http://schemas.microsoft.com/office/drawing/2014/main" id="{FBAD1B8C-F0D4-6306-C5DE-6B707005A759}"/>
              </a:ext>
            </a:extLst>
          </p:cNvPr>
          <p:cNvSpPr>
            <a:spLocks noGrp="1"/>
          </p:cNvSpPr>
          <p:nvPr>
            <p:ph type="sldNum" sz="quarter" idx="12"/>
          </p:nvPr>
        </p:nvSpPr>
        <p:spPr/>
        <p:txBody>
          <a:bodyPr/>
          <a:lstStyle/>
          <a:p>
            <a:fld id="{B7527A74-2D87-4307-9531-5A57D9647EEB}" type="slidenum">
              <a:rPr lang="nl-BE" smtClean="0"/>
              <a:pPr/>
              <a:t>13</a:t>
            </a:fld>
            <a:endParaRPr lang="nl-BE"/>
          </a:p>
        </p:txBody>
      </p:sp>
      <p:sp>
        <p:nvSpPr>
          <p:cNvPr id="4" name="Title 3">
            <a:extLst>
              <a:ext uri="{FF2B5EF4-FFF2-40B4-BE49-F238E27FC236}">
                <a16:creationId xmlns:a16="http://schemas.microsoft.com/office/drawing/2014/main" id="{E5E7616B-856B-51C1-E112-AFBE7E7D3B0D}"/>
              </a:ext>
            </a:extLst>
          </p:cNvPr>
          <p:cNvSpPr>
            <a:spLocks noGrp="1"/>
          </p:cNvSpPr>
          <p:nvPr>
            <p:ph type="title"/>
          </p:nvPr>
        </p:nvSpPr>
        <p:spPr/>
        <p:txBody>
          <a:bodyPr/>
          <a:lstStyle/>
          <a:p>
            <a:r>
              <a:rPr lang="nl-BE" dirty="0" err="1"/>
              <a:t>Trello</a:t>
            </a:r>
            <a:endParaRPr lang="en-US" dirty="0"/>
          </a:p>
        </p:txBody>
      </p:sp>
      <p:sp>
        <p:nvSpPr>
          <p:cNvPr id="5" name="Date Placeholder 4">
            <a:extLst>
              <a:ext uri="{FF2B5EF4-FFF2-40B4-BE49-F238E27FC236}">
                <a16:creationId xmlns:a16="http://schemas.microsoft.com/office/drawing/2014/main" id="{0EFBD3CC-7C24-D635-7999-D3BAF6E55010}"/>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9A40B647-8734-3FE3-1512-D9184C38E6BB}"/>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3587947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DA5243B-8672-5ABE-DB9F-9DA908D34BCE}"/>
              </a:ext>
            </a:extLst>
          </p:cNvPr>
          <p:cNvSpPr>
            <a:spLocks noGrp="1"/>
          </p:cNvSpPr>
          <p:nvPr>
            <p:ph type="body" sz="quarter" idx="17"/>
          </p:nvPr>
        </p:nvSpPr>
        <p:spPr>
          <a:xfrm>
            <a:off x="1050131" y="2354401"/>
            <a:ext cx="16575629" cy="6952316"/>
          </a:xfrm>
        </p:spPr>
        <p:txBody>
          <a:bodyPr/>
          <a:lstStyle/>
          <a:p>
            <a:r>
              <a:rPr lang="en-GB" sz="2800" dirty="0"/>
              <a:t>… </a:t>
            </a:r>
          </a:p>
          <a:p>
            <a:endParaRPr lang="en-US" sz="2400" dirty="0"/>
          </a:p>
          <a:p>
            <a:endParaRPr lang="en-US" sz="2400" dirty="0"/>
          </a:p>
        </p:txBody>
      </p:sp>
      <p:sp>
        <p:nvSpPr>
          <p:cNvPr id="3" name="Slide Number Placeholder 2">
            <a:extLst>
              <a:ext uri="{FF2B5EF4-FFF2-40B4-BE49-F238E27FC236}">
                <a16:creationId xmlns:a16="http://schemas.microsoft.com/office/drawing/2014/main" id="{687807E9-46BA-9880-1774-1D9CF08A4C7F}"/>
              </a:ext>
            </a:extLst>
          </p:cNvPr>
          <p:cNvSpPr>
            <a:spLocks noGrp="1"/>
          </p:cNvSpPr>
          <p:nvPr>
            <p:ph type="sldNum" sz="quarter" idx="12"/>
          </p:nvPr>
        </p:nvSpPr>
        <p:spPr/>
        <p:txBody>
          <a:bodyPr/>
          <a:lstStyle/>
          <a:p>
            <a:fld id="{B7527A74-2D87-4307-9531-5A57D9647EEB}" type="slidenum">
              <a:rPr lang="nl-BE" smtClean="0"/>
              <a:pPr/>
              <a:t>14</a:t>
            </a:fld>
            <a:endParaRPr lang="nl-BE"/>
          </a:p>
        </p:txBody>
      </p:sp>
      <p:sp>
        <p:nvSpPr>
          <p:cNvPr id="4" name="Title 3">
            <a:extLst>
              <a:ext uri="{FF2B5EF4-FFF2-40B4-BE49-F238E27FC236}">
                <a16:creationId xmlns:a16="http://schemas.microsoft.com/office/drawing/2014/main" id="{026BEFCD-EDE0-5FD7-36B6-8F9E508FC51F}"/>
              </a:ext>
            </a:extLst>
          </p:cNvPr>
          <p:cNvSpPr>
            <a:spLocks noGrp="1"/>
          </p:cNvSpPr>
          <p:nvPr>
            <p:ph type="title"/>
          </p:nvPr>
        </p:nvSpPr>
        <p:spPr/>
        <p:txBody>
          <a:bodyPr/>
          <a:lstStyle/>
          <a:p>
            <a:r>
              <a:rPr lang="en-US" dirty="0"/>
              <a:t>Trello </a:t>
            </a:r>
          </a:p>
        </p:txBody>
      </p:sp>
      <p:sp>
        <p:nvSpPr>
          <p:cNvPr id="5" name="Date Placeholder 4">
            <a:extLst>
              <a:ext uri="{FF2B5EF4-FFF2-40B4-BE49-F238E27FC236}">
                <a16:creationId xmlns:a16="http://schemas.microsoft.com/office/drawing/2014/main" id="{1E21A9C9-295F-6E47-A438-CE3227A17C20}"/>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D3A3E1CC-CCD9-D14A-F8BD-37BF379AA530}"/>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2775904854"/>
      </p:ext>
    </p:extLst>
  </p:cSld>
  <p:clrMapOvr>
    <a:masterClrMapping/>
  </p:clrMapOvr>
</p:sld>
</file>

<file path=ppt/theme/theme1.xml><?xml version="1.0" encoding="utf-8"?>
<a:theme xmlns:a="http://schemas.openxmlformats.org/drawingml/2006/main" name="Howest NL">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owest EN">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Howest NL met tweede logo">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D0185FF4C350E4FBC1D9C6755033037" ma:contentTypeVersion="5" ma:contentTypeDescription="Een nieuw document maken." ma:contentTypeScope="" ma:versionID="54834040f847a9128d07fee6bb87a34f">
  <xsd:schema xmlns:xsd="http://www.w3.org/2001/XMLSchema" xmlns:xs="http://www.w3.org/2001/XMLSchema" xmlns:p="http://schemas.microsoft.com/office/2006/metadata/properties" xmlns:ns2="d374f1f6-a7bc-4ce3-8ce4-dbead62070db" targetNamespace="http://schemas.microsoft.com/office/2006/metadata/properties" ma:root="true" ma:fieldsID="a64fb42c7f0498b8b863d5f220b52cfe" ns2:_="">
    <xsd:import namespace="d374f1f6-a7bc-4ce3-8ce4-dbead62070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4f1f6-a7bc-4ce3-8ce4-dbead62070d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89D7BF5-FA67-45FF-A287-CE11E2521B25}">
  <ds:schemaRefs>
    <ds:schemaRef ds:uri="http://schemas.microsoft.com/office/2006/documentManagement/types"/>
    <ds:schemaRef ds:uri="http://purl.org/dc/dcmitype/"/>
    <ds:schemaRef ds:uri="d374f1f6-a7bc-4ce3-8ce4-dbead62070db"/>
    <ds:schemaRef ds:uri="http://www.w3.org/XML/1998/namespace"/>
    <ds:schemaRef ds:uri="http://purl.org/dc/terms/"/>
    <ds:schemaRef ds:uri="http://purl.org/dc/elements/1.1/"/>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0B948370-5113-4053-81DD-76230B49C2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374f1f6-a7bc-4ce3-8ce4-dbead62070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E805CF-5123-4B02-8348-B20123482E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11056</TotalTime>
  <Words>665</Words>
  <Application>Microsoft Office PowerPoint</Application>
  <PresentationFormat>Custom</PresentationFormat>
  <Paragraphs>114</Paragraphs>
  <Slides>14</Slides>
  <Notes>1</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Arial Rounded MT Bold</vt:lpstr>
      <vt:lpstr>Calibri</vt:lpstr>
      <vt:lpstr>Calibri Light</vt:lpstr>
      <vt:lpstr>Lato Extended</vt:lpstr>
      <vt:lpstr>Symbol</vt:lpstr>
      <vt:lpstr>Howest NL</vt:lpstr>
      <vt:lpstr>Howest EN</vt:lpstr>
      <vt:lpstr>Howest NL met tweede logo</vt:lpstr>
      <vt:lpstr>  Virtual GlobeTrotter : Travel and see nice spots  * even when you have to stay home </vt:lpstr>
      <vt:lpstr>Table of content</vt:lpstr>
      <vt:lpstr>Team Role Distribution</vt:lpstr>
      <vt:lpstr>Project Description</vt:lpstr>
      <vt:lpstr>Story points</vt:lpstr>
      <vt:lpstr>Technical solution  Diagram</vt:lpstr>
      <vt:lpstr>Technical solution UI</vt:lpstr>
      <vt:lpstr>Technical solution AI</vt:lpstr>
      <vt:lpstr>Technical solution Database</vt:lpstr>
      <vt:lpstr>Technical solution API</vt:lpstr>
      <vt:lpstr>Technical solution Unity</vt:lpstr>
      <vt:lpstr>Technical solution Connectivity</vt:lpstr>
      <vt:lpstr>Trello</vt:lpstr>
      <vt:lpstr>Trello </vt:lpstr>
    </vt:vector>
  </TitlesOfParts>
  <Company>Howest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regis.le.roy@howest.be</dc:creator>
  <cp:lastModifiedBy>Isabelle Desle</cp:lastModifiedBy>
  <cp:revision>183</cp:revision>
  <dcterms:created xsi:type="dcterms:W3CDTF">2019-05-02T19:50:51Z</dcterms:created>
  <dcterms:modified xsi:type="dcterms:W3CDTF">2024-11-06T20:09:49Z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0x010100AD0185FF4C350E4FBC1D9C6755033037</vt:lpwstr>
  </property>
</Properties>
</file>